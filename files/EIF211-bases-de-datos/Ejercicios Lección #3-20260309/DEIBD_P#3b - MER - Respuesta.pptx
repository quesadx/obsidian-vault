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70" d="100"/>
          <a:sy n="70" d="100"/>
        </p:scale>
        <p:origin x="738" y="1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C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C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A775-97A1-434F-9944-E3CB07E2E18E}" type="datetimeFigureOut">
              <a:rPr lang="es-CR" smtClean="0"/>
              <a:t>18/2/2020</a:t>
            </a:fld>
            <a:endParaRPr lang="es-C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6CB23-8A3C-4DA3-9967-3A2C7B4D606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363967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A775-97A1-434F-9944-E3CB07E2E18E}" type="datetimeFigureOut">
              <a:rPr lang="es-CR" smtClean="0"/>
              <a:t>18/2/2020</a:t>
            </a:fld>
            <a:endParaRPr lang="es-C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6CB23-8A3C-4DA3-9967-3A2C7B4D606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844198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A775-97A1-434F-9944-E3CB07E2E18E}" type="datetimeFigureOut">
              <a:rPr lang="es-CR" smtClean="0"/>
              <a:t>18/2/2020</a:t>
            </a:fld>
            <a:endParaRPr lang="es-C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6CB23-8A3C-4DA3-9967-3A2C7B4D606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358599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R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R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A775-97A1-434F-9944-E3CB07E2E18E}" type="datetimeFigureOut">
              <a:rPr lang="es-CR" smtClean="0"/>
              <a:t>18/2/2020</a:t>
            </a:fld>
            <a:endParaRPr lang="es-C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6CB23-8A3C-4DA3-9967-3A2C7B4D606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580089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R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R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A775-97A1-434F-9944-E3CB07E2E18E}" type="datetimeFigureOut">
              <a:rPr lang="es-CR" smtClean="0"/>
              <a:t>18/2/2020</a:t>
            </a:fld>
            <a:endParaRPr lang="es-CR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6CB23-8A3C-4DA3-9967-3A2C7B4D606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604457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R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A775-97A1-434F-9944-E3CB07E2E18E}" type="datetimeFigureOut">
              <a:rPr lang="es-CR" smtClean="0"/>
              <a:t>18/2/2020</a:t>
            </a:fld>
            <a:endParaRPr lang="es-CR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6CB23-8A3C-4DA3-9967-3A2C7B4D606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966072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A775-97A1-434F-9944-E3CB07E2E18E}" type="datetimeFigureOut">
              <a:rPr lang="es-CR" smtClean="0"/>
              <a:t>18/2/2020</a:t>
            </a:fld>
            <a:endParaRPr lang="es-CR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6CB23-8A3C-4DA3-9967-3A2C7B4D606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236487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A775-97A1-434F-9944-E3CB07E2E18E}" type="datetimeFigureOut">
              <a:rPr lang="es-CR" smtClean="0"/>
              <a:t>18/2/2020</a:t>
            </a:fld>
            <a:endParaRPr lang="es-C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6CB23-8A3C-4DA3-9967-3A2C7B4D606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908261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CR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A775-97A1-434F-9944-E3CB07E2E18E}" type="datetimeFigureOut">
              <a:rPr lang="es-CR" smtClean="0"/>
              <a:t>18/2/2020</a:t>
            </a:fld>
            <a:endParaRPr lang="es-C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6CB23-8A3C-4DA3-9967-3A2C7B4D606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100140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A775-97A1-434F-9944-E3CB07E2E18E}" type="datetimeFigureOut">
              <a:rPr lang="es-CR" smtClean="0"/>
              <a:t>18/2/2020</a:t>
            </a:fld>
            <a:endParaRPr lang="es-C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6CB23-8A3C-4DA3-9967-3A2C7B4D606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57460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7A775-97A1-434F-9944-E3CB07E2E18E}" type="datetimeFigureOut">
              <a:rPr lang="es-CR" smtClean="0"/>
              <a:t>18/2/2020</a:t>
            </a:fld>
            <a:endParaRPr lang="es-C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6CB23-8A3C-4DA3-9967-3A2C7B4D606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223042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87A775-97A1-434F-9944-E3CB07E2E18E}" type="datetimeFigureOut">
              <a:rPr lang="es-CR" smtClean="0"/>
              <a:t>18/2/2020</a:t>
            </a:fld>
            <a:endParaRPr lang="es-C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6CB23-8A3C-4DA3-9967-3A2C7B4D606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930080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442433" y="914400"/>
            <a:ext cx="850006" cy="4378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Tren</a:t>
            </a:r>
            <a:endParaRPr lang="es-CR" dirty="0"/>
          </a:p>
        </p:txBody>
      </p:sp>
      <p:sp>
        <p:nvSpPr>
          <p:cNvPr id="5" name="Rectángulo 4"/>
          <p:cNvSpPr/>
          <p:nvPr/>
        </p:nvSpPr>
        <p:spPr>
          <a:xfrm>
            <a:off x="4337680" y="2693286"/>
            <a:ext cx="1223493" cy="5537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Estación</a:t>
            </a:r>
            <a:endParaRPr lang="es-CR" dirty="0"/>
          </a:p>
        </p:txBody>
      </p:sp>
      <p:sp>
        <p:nvSpPr>
          <p:cNvPr id="6" name="Rectángulo 5"/>
          <p:cNvSpPr/>
          <p:nvPr/>
        </p:nvSpPr>
        <p:spPr>
          <a:xfrm>
            <a:off x="7837861" y="4488823"/>
            <a:ext cx="1223493" cy="55379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Acceso</a:t>
            </a:r>
            <a:endParaRPr lang="es-CR" dirty="0"/>
          </a:p>
        </p:txBody>
      </p:sp>
      <p:sp>
        <p:nvSpPr>
          <p:cNvPr id="7" name="Rectángulo 6"/>
          <p:cNvSpPr/>
          <p:nvPr/>
        </p:nvSpPr>
        <p:spPr>
          <a:xfrm>
            <a:off x="8215887" y="736148"/>
            <a:ext cx="1223493" cy="5537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err="1" smtClean="0"/>
              <a:t>Linea</a:t>
            </a:r>
            <a:endParaRPr lang="es-CR" dirty="0"/>
          </a:p>
        </p:txBody>
      </p:sp>
      <p:sp>
        <p:nvSpPr>
          <p:cNvPr id="8" name="Rectángulo 7"/>
          <p:cNvSpPr/>
          <p:nvPr/>
        </p:nvSpPr>
        <p:spPr>
          <a:xfrm>
            <a:off x="1505751" y="5442934"/>
            <a:ext cx="1223493" cy="5537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Cochera</a:t>
            </a:r>
            <a:endParaRPr lang="es-CR" dirty="0"/>
          </a:p>
        </p:txBody>
      </p:sp>
      <p:sp>
        <p:nvSpPr>
          <p:cNvPr id="9" name="Elipse 8"/>
          <p:cNvSpPr/>
          <p:nvPr/>
        </p:nvSpPr>
        <p:spPr>
          <a:xfrm>
            <a:off x="321970" y="180303"/>
            <a:ext cx="1120463" cy="489397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200" u="sng" dirty="0" err="1" smtClean="0"/>
              <a:t>NumTren</a:t>
            </a:r>
            <a:endParaRPr lang="es-CR" sz="1200" u="sng" dirty="0"/>
          </a:p>
        </p:txBody>
      </p:sp>
      <p:sp>
        <p:nvSpPr>
          <p:cNvPr id="10" name="Elipse 9"/>
          <p:cNvSpPr/>
          <p:nvPr/>
        </p:nvSpPr>
        <p:spPr>
          <a:xfrm>
            <a:off x="1535806" y="129860"/>
            <a:ext cx="1120463" cy="489397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200" dirty="0" smtClean="0"/>
              <a:t>Fecha</a:t>
            </a:r>
          </a:p>
          <a:p>
            <a:pPr algn="ctr"/>
            <a:r>
              <a:rPr lang="es-CR" sz="1200" dirty="0" smtClean="0"/>
              <a:t>Compra</a:t>
            </a:r>
            <a:endParaRPr lang="es-CR" sz="1200" dirty="0"/>
          </a:p>
        </p:txBody>
      </p:sp>
      <p:sp>
        <p:nvSpPr>
          <p:cNvPr id="11" name="Elipse 10"/>
          <p:cNvSpPr/>
          <p:nvPr/>
        </p:nvSpPr>
        <p:spPr>
          <a:xfrm>
            <a:off x="2748567" y="424999"/>
            <a:ext cx="1120463" cy="24470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200" dirty="0" smtClean="0"/>
              <a:t>Modelo</a:t>
            </a:r>
            <a:endParaRPr lang="es-CR" sz="1200" dirty="0"/>
          </a:p>
        </p:txBody>
      </p:sp>
      <p:sp>
        <p:nvSpPr>
          <p:cNvPr id="12" name="Elipse 11"/>
          <p:cNvSpPr/>
          <p:nvPr/>
        </p:nvSpPr>
        <p:spPr>
          <a:xfrm>
            <a:off x="2625647" y="1445557"/>
            <a:ext cx="1120463" cy="24470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200" dirty="0" smtClean="0"/>
              <a:t>Estado</a:t>
            </a:r>
            <a:endParaRPr lang="es-CR" sz="1200" dirty="0"/>
          </a:p>
        </p:txBody>
      </p:sp>
      <p:sp>
        <p:nvSpPr>
          <p:cNvPr id="13" name="Elipse 12"/>
          <p:cNvSpPr/>
          <p:nvPr/>
        </p:nvSpPr>
        <p:spPr>
          <a:xfrm>
            <a:off x="-17174" y="1075386"/>
            <a:ext cx="1120463" cy="489397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200" dirty="0" smtClean="0"/>
              <a:t>#  Vagones</a:t>
            </a:r>
            <a:endParaRPr lang="es-CR" sz="1200" dirty="0"/>
          </a:p>
        </p:txBody>
      </p:sp>
      <p:cxnSp>
        <p:nvCxnSpPr>
          <p:cNvPr id="15" name="Conector recto 14"/>
          <p:cNvCxnSpPr>
            <a:stCxn id="4" idx="1"/>
            <a:endCxn id="13" idx="6"/>
          </p:cNvCxnSpPr>
          <p:nvPr/>
        </p:nvCxnSpPr>
        <p:spPr>
          <a:xfrm flipH="1">
            <a:off x="1103289" y="1133341"/>
            <a:ext cx="339144" cy="1867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/>
          <p:cNvCxnSpPr>
            <a:stCxn id="4" idx="0"/>
            <a:endCxn id="9" idx="5"/>
          </p:cNvCxnSpPr>
          <p:nvPr/>
        </p:nvCxnSpPr>
        <p:spPr>
          <a:xfrm flipH="1" flipV="1">
            <a:off x="1278345" y="598029"/>
            <a:ext cx="589091" cy="3163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/>
          <p:cNvCxnSpPr>
            <a:stCxn id="4" idx="0"/>
            <a:endCxn id="10" idx="4"/>
          </p:cNvCxnSpPr>
          <p:nvPr/>
        </p:nvCxnSpPr>
        <p:spPr>
          <a:xfrm flipV="1">
            <a:off x="1867436" y="619257"/>
            <a:ext cx="228602" cy="295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/>
          <p:cNvCxnSpPr>
            <a:stCxn id="4" idx="3"/>
            <a:endCxn id="11" idx="3"/>
          </p:cNvCxnSpPr>
          <p:nvPr/>
        </p:nvCxnSpPr>
        <p:spPr>
          <a:xfrm flipV="1">
            <a:off x="2292439" y="633864"/>
            <a:ext cx="620216" cy="4994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/>
          <p:cNvCxnSpPr>
            <a:stCxn id="4" idx="3"/>
            <a:endCxn id="12" idx="2"/>
          </p:cNvCxnSpPr>
          <p:nvPr/>
        </p:nvCxnSpPr>
        <p:spPr>
          <a:xfrm>
            <a:off x="2292439" y="1133341"/>
            <a:ext cx="333208" cy="4345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ombo 25"/>
          <p:cNvSpPr/>
          <p:nvPr/>
        </p:nvSpPr>
        <p:spPr>
          <a:xfrm>
            <a:off x="2346850" y="2056231"/>
            <a:ext cx="1079678" cy="1047482"/>
          </a:xfrm>
          <a:prstGeom prst="diamond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200" dirty="0" smtClean="0"/>
              <a:t>Tiene</a:t>
            </a:r>
            <a:endParaRPr lang="es-CR" sz="1200" dirty="0"/>
          </a:p>
        </p:txBody>
      </p:sp>
      <p:cxnSp>
        <p:nvCxnSpPr>
          <p:cNvPr id="28" name="Conector recto 27"/>
          <p:cNvCxnSpPr>
            <a:endCxn id="26" idx="0"/>
          </p:cNvCxnSpPr>
          <p:nvPr/>
        </p:nvCxnSpPr>
        <p:spPr>
          <a:xfrm>
            <a:off x="2016688" y="1336230"/>
            <a:ext cx="870001" cy="72000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Conector recto de flecha 32"/>
          <p:cNvCxnSpPr>
            <a:stCxn id="26" idx="3"/>
            <a:endCxn id="5" idx="1"/>
          </p:cNvCxnSpPr>
          <p:nvPr/>
        </p:nvCxnSpPr>
        <p:spPr>
          <a:xfrm>
            <a:off x="3426528" y="2579972"/>
            <a:ext cx="911152" cy="3902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Elipse 33"/>
          <p:cNvSpPr/>
          <p:nvPr/>
        </p:nvSpPr>
        <p:spPr>
          <a:xfrm>
            <a:off x="3131830" y="3457969"/>
            <a:ext cx="1120463" cy="371342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200" dirty="0" smtClean="0"/>
              <a:t>Hora Salida</a:t>
            </a:r>
            <a:endParaRPr lang="es-CR" sz="1200" dirty="0"/>
          </a:p>
        </p:txBody>
      </p:sp>
      <p:cxnSp>
        <p:nvCxnSpPr>
          <p:cNvPr id="36" name="Conector recto 35"/>
          <p:cNvCxnSpPr>
            <a:stCxn id="26" idx="2"/>
            <a:endCxn id="34" idx="0"/>
          </p:cNvCxnSpPr>
          <p:nvPr/>
        </p:nvCxnSpPr>
        <p:spPr>
          <a:xfrm>
            <a:off x="2886689" y="3103713"/>
            <a:ext cx="805373" cy="3542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Elipse 37"/>
          <p:cNvSpPr/>
          <p:nvPr/>
        </p:nvSpPr>
        <p:spPr>
          <a:xfrm>
            <a:off x="3647643" y="2035745"/>
            <a:ext cx="1120463" cy="371342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200" dirty="0" smtClean="0"/>
              <a:t>Hora Cierre</a:t>
            </a:r>
            <a:endParaRPr lang="es-CR" sz="1200" dirty="0"/>
          </a:p>
        </p:txBody>
      </p:sp>
      <p:sp>
        <p:nvSpPr>
          <p:cNvPr id="39" name="Elipse 38"/>
          <p:cNvSpPr/>
          <p:nvPr/>
        </p:nvSpPr>
        <p:spPr>
          <a:xfrm>
            <a:off x="4653810" y="1697675"/>
            <a:ext cx="1120463" cy="371342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200" dirty="0" smtClean="0"/>
              <a:t>Hora Apertura</a:t>
            </a:r>
            <a:endParaRPr lang="es-CR" sz="1200" dirty="0"/>
          </a:p>
        </p:txBody>
      </p:sp>
      <p:sp>
        <p:nvSpPr>
          <p:cNvPr id="40" name="Elipse 39"/>
          <p:cNvSpPr/>
          <p:nvPr/>
        </p:nvSpPr>
        <p:spPr>
          <a:xfrm>
            <a:off x="6090875" y="1637132"/>
            <a:ext cx="1120463" cy="371342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200" u="sng" dirty="0" smtClean="0"/>
              <a:t>Código</a:t>
            </a:r>
          </a:p>
          <a:p>
            <a:pPr algn="ctr"/>
            <a:r>
              <a:rPr lang="es-CR" sz="1200" u="sng" dirty="0" smtClean="0"/>
              <a:t>Estación</a:t>
            </a:r>
            <a:endParaRPr lang="es-CR" sz="1200" u="sng" dirty="0"/>
          </a:p>
        </p:txBody>
      </p:sp>
      <p:sp>
        <p:nvSpPr>
          <p:cNvPr id="41" name="Elipse 40"/>
          <p:cNvSpPr/>
          <p:nvPr/>
        </p:nvSpPr>
        <p:spPr>
          <a:xfrm>
            <a:off x="6333427" y="2292881"/>
            <a:ext cx="1120463" cy="371342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200" u="sng" dirty="0" smtClean="0"/>
              <a:t>Nombre</a:t>
            </a:r>
            <a:endParaRPr lang="es-CR" sz="1200" u="sng" dirty="0"/>
          </a:p>
        </p:txBody>
      </p:sp>
      <p:cxnSp>
        <p:nvCxnSpPr>
          <p:cNvPr id="43" name="Conector recto 42"/>
          <p:cNvCxnSpPr>
            <a:stCxn id="5" idx="0"/>
            <a:endCxn id="38" idx="5"/>
          </p:cNvCxnSpPr>
          <p:nvPr/>
        </p:nvCxnSpPr>
        <p:spPr>
          <a:xfrm flipH="1" flipV="1">
            <a:off x="4604018" y="2352705"/>
            <a:ext cx="345409" cy="3405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/>
          <p:cNvCxnSpPr/>
          <p:nvPr/>
        </p:nvCxnSpPr>
        <p:spPr>
          <a:xfrm>
            <a:off x="5294532" y="2056231"/>
            <a:ext cx="184597" cy="6482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/>
          <p:cNvCxnSpPr>
            <a:stCxn id="40" idx="3"/>
          </p:cNvCxnSpPr>
          <p:nvPr/>
        </p:nvCxnSpPr>
        <p:spPr>
          <a:xfrm flipH="1">
            <a:off x="5479129" y="1954092"/>
            <a:ext cx="775834" cy="7503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48"/>
          <p:cNvCxnSpPr>
            <a:stCxn id="41" idx="2"/>
          </p:cNvCxnSpPr>
          <p:nvPr/>
        </p:nvCxnSpPr>
        <p:spPr>
          <a:xfrm flipH="1">
            <a:off x="5479129" y="2478552"/>
            <a:ext cx="854298" cy="2259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ombo 49"/>
          <p:cNvSpPr/>
          <p:nvPr/>
        </p:nvSpPr>
        <p:spPr>
          <a:xfrm>
            <a:off x="8297457" y="1925298"/>
            <a:ext cx="1079678" cy="1047482"/>
          </a:xfrm>
          <a:prstGeom prst="diamond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200" dirty="0" smtClean="0"/>
              <a:t>Tiene</a:t>
            </a:r>
            <a:endParaRPr lang="es-CR" sz="1200" dirty="0"/>
          </a:p>
        </p:txBody>
      </p:sp>
      <p:cxnSp>
        <p:nvCxnSpPr>
          <p:cNvPr id="52" name="Conector recto 51"/>
          <p:cNvCxnSpPr>
            <a:stCxn id="5" idx="3"/>
            <a:endCxn id="50" idx="2"/>
          </p:cNvCxnSpPr>
          <p:nvPr/>
        </p:nvCxnSpPr>
        <p:spPr>
          <a:xfrm>
            <a:off x="5561173" y="2970182"/>
            <a:ext cx="3276123" cy="25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Conector recto 53"/>
          <p:cNvCxnSpPr>
            <a:stCxn id="50" idx="0"/>
          </p:cNvCxnSpPr>
          <p:nvPr/>
        </p:nvCxnSpPr>
        <p:spPr>
          <a:xfrm flipH="1" flipV="1">
            <a:off x="8827633" y="1164371"/>
            <a:ext cx="9663" cy="7609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CuadroTexto 54"/>
          <p:cNvSpPr txBox="1"/>
          <p:nvPr/>
        </p:nvSpPr>
        <p:spPr>
          <a:xfrm>
            <a:off x="6254963" y="2739350"/>
            <a:ext cx="78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200" dirty="0" smtClean="0"/>
              <a:t>1</a:t>
            </a:r>
          </a:p>
          <a:p>
            <a:r>
              <a:rPr lang="es-CR" sz="1200" dirty="0"/>
              <a:t>n</a:t>
            </a:r>
          </a:p>
        </p:txBody>
      </p:sp>
      <p:sp>
        <p:nvSpPr>
          <p:cNvPr id="56" name="Rombo 55"/>
          <p:cNvSpPr/>
          <p:nvPr/>
        </p:nvSpPr>
        <p:spPr>
          <a:xfrm>
            <a:off x="5789591" y="3990120"/>
            <a:ext cx="1079678" cy="1047482"/>
          </a:xfrm>
          <a:prstGeom prst="diamond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200" dirty="0" smtClean="0"/>
              <a:t>Tiene</a:t>
            </a:r>
            <a:endParaRPr lang="es-CR" sz="1200" dirty="0"/>
          </a:p>
        </p:txBody>
      </p:sp>
      <p:sp>
        <p:nvSpPr>
          <p:cNvPr id="57" name="Rombo 56"/>
          <p:cNvSpPr/>
          <p:nvPr/>
        </p:nvSpPr>
        <p:spPr>
          <a:xfrm>
            <a:off x="3712454" y="4034299"/>
            <a:ext cx="1079678" cy="1047482"/>
          </a:xfrm>
          <a:prstGeom prst="diamond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200" dirty="0" smtClean="0"/>
              <a:t>Tiene</a:t>
            </a:r>
            <a:endParaRPr lang="es-CR" sz="1200" dirty="0"/>
          </a:p>
        </p:txBody>
      </p:sp>
      <p:sp>
        <p:nvSpPr>
          <p:cNvPr id="58" name="CuadroTexto 57"/>
          <p:cNvSpPr txBox="1"/>
          <p:nvPr/>
        </p:nvSpPr>
        <p:spPr>
          <a:xfrm>
            <a:off x="8519495" y="1275623"/>
            <a:ext cx="5270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1200" dirty="0"/>
              <a:t> </a:t>
            </a:r>
            <a:r>
              <a:rPr lang="es-CR" sz="1200" dirty="0" smtClean="0"/>
              <a:t>m   1</a:t>
            </a:r>
          </a:p>
        </p:txBody>
      </p:sp>
      <p:sp>
        <p:nvSpPr>
          <p:cNvPr id="59" name="Elipse 58"/>
          <p:cNvSpPr/>
          <p:nvPr/>
        </p:nvSpPr>
        <p:spPr>
          <a:xfrm>
            <a:off x="7522574" y="90593"/>
            <a:ext cx="1120463" cy="371342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200" u="sng" dirty="0" smtClean="0"/>
              <a:t>Código</a:t>
            </a:r>
            <a:endParaRPr lang="es-CR" sz="1200" u="sng" dirty="0"/>
          </a:p>
        </p:txBody>
      </p:sp>
      <p:sp>
        <p:nvSpPr>
          <p:cNvPr id="60" name="Elipse 59"/>
          <p:cNvSpPr/>
          <p:nvPr/>
        </p:nvSpPr>
        <p:spPr>
          <a:xfrm>
            <a:off x="9194681" y="90593"/>
            <a:ext cx="1120463" cy="371342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200" dirty="0" smtClean="0"/>
              <a:t>color</a:t>
            </a:r>
            <a:endParaRPr lang="es-CR" sz="1200" dirty="0"/>
          </a:p>
        </p:txBody>
      </p:sp>
      <p:sp>
        <p:nvSpPr>
          <p:cNvPr id="61" name="Rombo 60"/>
          <p:cNvSpPr/>
          <p:nvPr/>
        </p:nvSpPr>
        <p:spPr>
          <a:xfrm>
            <a:off x="5440372" y="520426"/>
            <a:ext cx="1079678" cy="1047482"/>
          </a:xfrm>
          <a:prstGeom prst="diamond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200" dirty="0" smtClean="0"/>
              <a:t>Tiene</a:t>
            </a:r>
            <a:endParaRPr lang="es-CR" sz="1200" dirty="0"/>
          </a:p>
        </p:txBody>
      </p:sp>
      <p:cxnSp>
        <p:nvCxnSpPr>
          <p:cNvPr id="63" name="Conector recto de flecha 62"/>
          <p:cNvCxnSpPr>
            <a:stCxn id="61" idx="3"/>
            <a:endCxn id="7" idx="1"/>
          </p:cNvCxnSpPr>
          <p:nvPr/>
        </p:nvCxnSpPr>
        <p:spPr>
          <a:xfrm flipV="1">
            <a:off x="6520050" y="1013044"/>
            <a:ext cx="1695837" cy="311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Conector recto 64"/>
          <p:cNvCxnSpPr>
            <a:stCxn id="61" idx="1"/>
            <a:endCxn id="4" idx="3"/>
          </p:cNvCxnSpPr>
          <p:nvPr/>
        </p:nvCxnSpPr>
        <p:spPr>
          <a:xfrm flipH="1">
            <a:off x="2292439" y="1044167"/>
            <a:ext cx="3147933" cy="891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Rectángulo 71"/>
          <p:cNvSpPr/>
          <p:nvPr/>
        </p:nvSpPr>
        <p:spPr>
          <a:xfrm>
            <a:off x="7340962" y="5410200"/>
            <a:ext cx="1092554" cy="44110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73" name="Elipse 72"/>
          <p:cNvSpPr/>
          <p:nvPr/>
        </p:nvSpPr>
        <p:spPr>
          <a:xfrm>
            <a:off x="9912437" y="5600700"/>
            <a:ext cx="1120463" cy="371342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200" dirty="0" smtClean="0"/>
              <a:t>Calle</a:t>
            </a:r>
            <a:endParaRPr lang="es-CR" sz="1200" dirty="0"/>
          </a:p>
        </p:txBody>
      </p:sp>
      <p:sp>
        <p:nvSpPr>
          <p:cNvPr id="74" name="Elipse 73"/>
          <p:cNvSpPr/>
          <p:nvPr/>
        </p:nvSpPr>
        <p:spPr>
          <a:xfrm>
            <a:off x="7940891" y="6100831"/>
            <a:ext cx="1120463" cy="371342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200" dirty="0" err="1" smtClean="0"/>
              <a:t>Num</a:t>
            </a:r>
            <a:endParaRPr lang="es-CR" sz="1200" dirty="0" smtClean="0"/>
          </a:p>
          <a:p>
            <a:pPr algn="ctr"/>
            <a:r>
              <a:rPr lang="es-CR" sz="1200" dirty="0" smtClean="0"/>
              <a:t>Portal</a:t>
            </a:r>
            <a:endParaRPr lang="es-CR" sz="1200" dirty="0"/>
          </a:p>
        </p:txBody>
      </p:sp>
      <p:cxnSp>
        <p:nvCxnSpPr>
          <p:cNvPr id="78" name="Conector recto 77"/>
          <p:cNvCxnSpPr>
            <a:stCxn id="74" idx="0"/>
            <a:endCxn id="6" idx="2"/>
          </p:cNvCxnSpPr>
          <p:nvPr/>
        </p:nvCxnSpPr>
        <p:spPr>
          <a:xfrm flipH="1" flipV="1">
            <a:off x="8449608" y="5042615"/>
            <a:ext cx="51515" cy="10582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ombo 78"/>
          <p:cNvSpPr/>
          <p:nvPr/>
        </p:nvSpPr>
        <p:spPr>
          <a:xfrm>
            <a:off x="5891548" y="4057010"/>
            <a:ext cx="875764" cy="884350"/>
          </a:xfrm>
          <a:prstGeom prst="diamond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R" sz="1200" dirty="0"/>
          </a:p>
        </p:txBody>
      </p:sp>
      <p:cxnSp>
        <p:nvCxnSpPr>
          <p:cNvPr id="81" name="Conector recto de flecha 80"/>
          <p:cNvCxnSpPr>
            <a:stCxn id="56" idx="0"/>
          </p:cNvCxnSpPr>
          <p:nvPr/>
        </p:nvCxnSpPr>
        <p:spPr>
          <a:xfrm flipH="1" flipV="1">
            <a:off x="5151549" y="3267905"/>
            <a:ext cx="1177881" cy="722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Conector recto 82"/>
          <p:cNvCxnSpPr>
            <a:stCxn id="73" idx="2"/>
            <a:endCxn id="6" idx="3"/>
          </p:cNvCxnSpPr>
          <p:nvPr/>
        </p:nvCxnSpPr>
        <p:spPr>
          <a:xfrm flipH="1" flipV="1">
            <a:off x="9061354" y="4765719"/>
            <a:ext cx="851083" cy="10206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 recto de flecha 86"/>
          <p:cNvCxnSpPr>
            <a:stCxn id="57" idx="0"/>
            <a:endCxn id="5" idx="2"/>
          </p:cNvCxnSpPr>
          <p:nvPr/>
        </p:nvCxnSpPr>
        <p:spPr>
          <a:xfrm flipV="1">
            <a:off x="4252293" y="3247078"/>
            <a:ext cx="697134" cy="787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Conector recto de flecha 90"/>
          <p:cNvCxnSpPr>
            <a:stCxn id="57" idx="1"/>
            <a:endCxn id="8" idx="0"/>
          </p:cNvCxnSpPr>
          <p:nvPr/>
        </p:nvCxnSpPr>
        <p:spPr>
          <a:xfrm flipH="1">
            <a:off x="2117498" y="4558040"/>
            <a:ext cx="1594956" cy="884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" name="Elipse 91"/>
          <p:cNvSpPr/>
          <p:nvPr/>
        </p:nvSpPr>
        <p:spPr>
          <a:xfrm>
            <a:off x="3381235" y="5344196"/>
            <a:ext cx="1223493" cy="489397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200" dirty="0" smtClean="0"/>
              <a:t>Capacidad Vagones</a:t>
            </a:r>
            <a:endParaRPr lang="es-CR" sz="1200" dirty="0"/>
          </a:p>
        </p:txBody>
      </p:sp>
      <p:sp>
        <p:nvSpPr>
          <p:cNvPr id="93" name="Elipse 92"/>
          <p:cNvSpPr/>
          <p:nvPr/>
        </p:nvSpPr>
        <p:spPr>
          <a:xfrm>
            <a:off x="3381235" y="6065413"/>
            <a:ext cx="1333504" cy="489397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200" dirty="0" smtClean="0"/>
              <a:t>Capacidad Maquinas</a:t>
            </a:r>
            <a:endParaRPr lang="es-CR" sz="1200" dirty="0"/>
          </a:p>
        </p:txBody>
      </p:sp>
      <p:sp>
        <p:nvSpPr>
          <p:cNvPr id="94" name="Elipse 93"/>
          <p:cNvSpPr/>
          <p:nvPr/>
        </p:nvSpPr>
        <p:spPr>
          <a:xfrm>
            <a:off x="136770" y="6344620"/>
            <a:ext cx="1120463" cy="371342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200" u="sng" dirty="0" smtClean="0"/>
              <a:t>Código</a:t>
            </a:r>
          </a:p>
          <a:p>
            <a:pPr algn="ctr"/>
            <a:r>
              <a:rPr lang="es-CR" sz="1200" u="sng" dirty="0" smtClean="0"/>
              <a:t>Estación</a:t>
            </a:r>
            <a:endParaRPr lang="es-CR" sz="1200" u="sng" dirty="0"/>
          </a:p>
        </p:txBody>
      </p:sp>
      <p:cxnSp>
        <p:nvCxnSpPr>
          <p:cNvPr id="96" name="Conector recto 95"/>
          <p:cNvCxnSpPr>
            <a:stCxn id="94" idx="0"/>
            <a:endCxn id="8" idx="0"/>
          </p:cNvCxnSpPr>
          <p:nvPr/>
        </p:nvCxnSpPr>
        <p:spPr>
          <a:xfrm flipV="1">
            <a:off x="697002" y="5442934"/>
            <a:ext cx="1420496" cy="901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ector recto 97"/>
          <p:cNvCxnSpPr>
            <a:stCxn id="92" idx="2"/>
            <a:endCxn id="8" idx="3"/>
          </p:cNvCxnSpPr>
          <p:nvPr/>
        </p:nvCxnSpPr>
        <p:spPr>
          <a:xfrm flipH="1">
            <a:off x="2729244" y="5588895"/>
            <a:ext cx="651991" cy="1309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ector recto 99"/>
          <p:cNvCxnSpPr>
            <a:stCxn id="93" idx="2"/>
            <a:endCxn id="8" idx="3"/>
          </p:cNvCxnSpPr>
          <p:nvPr/>
        </p:nvCxnSpPr>
        <p:spPr>
          <a:xfrm flipH="1" flipV="1">
            <a:off x="2729244" y="5719830"/>
            <a:ext cx="651991" cy="5902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ector recto 116"/>
          <p:cNvCxnSpPr>
            <a:stCxn id="6" idx="1"/>
            <a:endCxn id="56" idx="3"/>
          </p:cNvCxnSpPr>
          <p:nvPr/>
        </p:nvCxnSpPr>
        <p:spPr>
          <a:xfrm flipH="1" flipV="1">
            <a:off x="6869269" y="4513861"/>
            <a:ext cx="968592" cy="2518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6" name="Rombo 125"/>
          <p:cNvSpPr/>
          <p:nvPr/>
        </p:nvSpPr>
        <p:spPr>
          <a:xfrm>
            <a:off x="1871314" y="3299349"/>
            <a:ext cx="1079678" cy="1047482"/>
          </a:xfrm>
          <a:prstGeom prst="diamond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200" dirty="0" smtClean="0"/>
              <a:t>Tiene</a:t>
            </a:r>
            <a:endParaRPr lang="es-CR" sz="1200" dirty="0"/>
          </a:p>
        </p:txBody>
      </p:sp>
      <p:cxnSp>
        <p:nvCxnSpPr>
          <p:cNvPr id="135" name="Conector recto de flecha 134"/>
          <p:cNvCxnSpPr>
            <a:stCxn id="126" idx="2"/>
          </p:cNvCxnSpPr>
          <p:nvPr/>
        </p:nvCxnSpPr>
        <p:spPr>
          <a:xfrm flipH="1">
            <a:off x="1925833" y="4346831"/>
            <a:ext cx="485320" cy="10633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Conector recto 140"/>
          <p:cNvCxnSpPr>
            <a:stCxn id="59" idx="4"/>
            <a:endCxn id="7" idx="0"/>
          </p:cNvCxnSpPr>
          <p:nvPr/>
        </p:nvCxnSpPr>
        <p:spPr>
          <a:xfrm>
            <a:off x="8082806" y="461935"/>
            <a:ext cx="744828" cy="2742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onector recto 142"/>
          <p:cNvCxnSpPr>
            <a:stCxn id="60" idx="4"/>
            <a:endCxn id="7" idx="0"/>
          </p:cNvCxnSpPr>
          <p:nvPr/>
        </p:nvCxnSpPr>
        <p:spPr>
          <a:xfrm flipH="1">
            <a:off x="8827634" y="461935"/>
            <a:ext cx="927279" cy="2742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Rectángulo 177"/>
          <p:cNvSpPr/>
          <p:nvPr/>
        </p:nvSpPr>
        <p:spPr>
          <a:xfrm>
            <a:off x="87590" y="3317147"/>
            <a:ext cx="1223493" cy="5537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GPS</a:t>
            </a:r>
            <a:endParaRPr lang="es-CR" dirty="0"/>
          </a:p>
        </p:txBody>
      </p:sp>
      <p:sp>
        <p:nvSpPr>
          <p:cNvPr id="179" name="Elipse 178"/>
          <p:cNvSpPr/>
          <p:nvPr/>
        </p:nvSpPr>
        <p:spPr>
          <a:xfrm>
            <a:off x="-34794" y="4661988"/>
            <a:ext cx="1120463" cy="371342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200" dirty="0" smtClean="0"/>
              <a:t>Nombre estación</a:t>
            </a:r>
            <a:endParaRPr lang="es-CR" sz="1200" dirty="0"/>
          </a:p>
        </p:txBody>
      </p:sp>
      <p:sp>
        <p:nvSpPr>
          <p:cNvPr id="180" name="Elipse 179"/>
          <p:cNvSpPr/>
          <p:nvPr/>
        </p:nvSpPr>
        <p:spPr>
          <a:xfrm>
            <a:off x="747357" y="4209781"/>
            <a:ext cx="1312873" cy="371342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200" dirty="0" smtClean="0"/>
              <a:t>Minutos estimados</a:t>
            </a:r>
            <a:endParaRPr lang="es-CR" sz="1200" dirty="0"/>
          </a:p>
        </p:txBody>
      </p:sp>
      <p:sp>
        <p:nvSpPr>
          <p:cNvPr id="182" name="Rombo 181"/>
          <p:cNvSpPr/>
          <p:nvPr/>
        </p:nvSpPr>
        <p:spPr>
          <a:xfrm>
            <a:off x="481885" y="1920160"/>
            <a:ext cx="1079678" cy="1047482"/>
          </a:xfrm>
          <a:prstGeom prst="diamond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200" dirty="0" smtClean="0"/>
              <a:t>Tiene</a:t>
            </a:r>
            <a:endParaRPr lang="es-CR" sz="1200" dirty="0"/>
          </a:p>
        </p:txBody>
      </p:sp>
      <p:cxnSp>
        <p:nvCxnSpPr>
          <p:cNvPr id="184" name="Conector recto de flecha 183"/>
          <p:cNvCxnSpPr>
            <a:stCxn id="182" idx="0"/>
          </p:cNvCxnSpPr>
          <p:nvPr/>
        </p:nvCxnSpPr>
        <p:spPr>
          <a:xfrm flipV="1">
            <a:off x="1021724" y="1332126"/>
            <a:ext cx="631218" cy="5880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6" name="Conector recto de flecha 185"/>
          <p:cNvCxnSpPr>
            <a:stCxn id="182" idx="2"/>
            <a:endCxn id="178" idx="0"/>
          </p:cNvCxnSpPr>
          <p:nvPr/>
        </p:nvCxnSpPr>
        <p:spPr>
          <a:xfrm flipH="1">
            <a:off x="699337" y="2967642"/>
            <a:ext cx="322387" cy="3495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8" name="Conector recto 187"/>
          <p:cNvCxnSpPr>
            <a:stCxn id="178" idx="2"/>
            <a:endCxn id="180" idx="0"/>
          </p:cNvCxnSpPr>
          <p:nvPr/>
        </p:nvCxnSpPr>
        <p:spPr>
          <a:xfrm>
            <a:off x="699337" y="3870939"/>
            <a:ext cx="704457" cy="3388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Conector recto 189"/>
          <p:cNvCxnSpPr>
            <a:stCxn id="178" idx="2"/>
            <a:endCxn id="179" idx="0"/>
          </p:cNvCxnSpPr>
          <p:nvPr/>
        </p:nvCxnSpPr>
        <p:spPr>
          <a:xfrm flipH="1">
            <a:off x="525438" y="3870939"/>
            <a:ext cx="173899" cy="7910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Rectángulo 192"/>
          <p:cNvSpPr/>
          <p:nvPr/>
        </p:nvSpPr>
        <p:spPr>
          <a:xfrm>
            <a:off x="7933506" y="4575748"/>
            <a:ext cx="1043069" cy="37849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 dirty="0"/>
          </a:p>
        </p:txBody>
      </p:sp>
      <p:cxnSp>
        <p:nvCxnSpPr>
          <p:cNvPr id="75" name="Conector recto 74"/>
          <p:cNvCxnSpPr>
            <a:stCxn id="126" idx="0"/>
          </p:cNvCxnSpPr>
          <p:nvPr/>
        </p:nvCxnSpPr>
        <p:spPr>
          <a:xfrm flipH="1" flipV="1">
            <a:off x="1741756" y="1335680"/>
            <a:ext cx="669397" cy="19636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6362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49</Words>
  <Application>Microsoft Office PowerPoint</Application>
  <PresentationFormat>Panorámica</PresentationFormat>
  <Paragraphs>39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Fabiola Fernández Céspedes</dc:creator>
  <cp:lastModifiedBy>UNA</cp:lastModifiedBy>
  <cp:revision>5</cp:revision>
  <dcterms:created xsi:type="dcterms:W3CDTF">2014-03-29T18:16:18Z</dcterms:created>
  <dcterms:modified xsi:type="dcterms:W3CDTF">2020-02-18T17:14:03Z</dcterms:modified>
</cp:coreProperties>
</file>