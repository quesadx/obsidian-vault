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8229600" cx="14630400"/>
  <p:notesSz cx="8229600" cy="14630400"/>
  <p:embeddedFontLst>
    <p:embeddedFont>
      <p:font typeface="Cambria Math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608">
          <p15:clr>
            <a:srgbClr val="000000"/>
          </p15:clr>
        </p15:guide>
        <p15:guide id="2" orient="horz" pos="2592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jx2qnHnDcqkK2mRt9W56dS13EP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608"/>
        <p:guide pos="259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CambriaMath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822950" y="6949425"/>
            <a:ext cx="6583674" cy="658367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:notes"/>
          <p:cNvSpPr/>
          <p:nvPr>
            <p:ph idx="2" type="sldImg"/>
          </p:nvPr>
        </p:nvSpPr>
        <p:spPr>
          <a:xfrm>
            <a:off x="-1166813" y="0"/>
            <a:ext cx="5334000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" name="Google Shape;26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0" y="0"/>
            <a:ext cx="2999999" cy="299999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/>
          <p:nvPr>
            <p:ph idx="2" type="sldImg"/>
          </p:nvPr>
        </p:nvSpPr>
        <p:spPr>
          <a:xfrm>
            <a:off x="0" y="0"/>
            <a:ext cx="2999999" cy="299999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6:notes"/>
          <p:cNvSpPr txBox="1"/>
          <p:nvPr>
            <p:ph idx="1" type="body"/>
          </p:nvPr>
        </p:nvSpPr>
        <p:spPr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:notes"/>
          <p:cNvSpPr txBox="1"/>
          <p:nvPr>
            <p:ph idx="12" type="sldNum"/>
          </p:nvPr>
        </p:nvSpPr>
        <p:spPr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/>
          <p:nvPr>
            <p:ph idx="2" type="sldImg"/>
          </p:nvPr>
        </p:nvSpPr>
        <p:spPr>
          <a:xfrm>
            <a:off x="0" y="0"/>
            <a:ext cx="2999999" cy="299999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:notes"/>
          <p:cNvSpPr txBox="1"/>
          <p:nvPr>
            <p:ph idx="12" type="sldNum"/>
          </p:nvPr>
        </p:nvSpPr>
        <p:spPr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/>
          <p:nvPr>
            <p:ph idx="2" type="sldImg"/>
          </p:nvPr>
        </p:nvSpPr>
        <p:spPr>
          <a:xfrm>
            <a:off x="0" y="0"/>
            <a:ext cx="2999999" cy="299999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:notes"/>
          <p:cNvSpPr txBox="1"/>
          <p:nvPr>
            <p:ph idx="12" type="sldNum"/>
          </p:nvPr>
        </p:nvSpPr>
        <p:spPr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/>
          <p:nvPr>
            <p:ph idx="2" type="sldImg"/>
          </p:nvPr>
        </p:nvSpPr>
        <p:spPr>
          <a:xfrm>
            <a:off x="0" y="0"/>
            <a:ext cx="2999999" cy="299999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:notes"/>
          <p:cNvSpPr txBox="1"/>
          <p:nvPr>
            <p:ph idx="12" type="sldNum"/>
          </p:nvPr>
        </p:nvSpPr>
        <p:spPr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/>
          <p:nvPr>
            <p:ph idx="2" type="sldImg"/>
          </p:nvPr>
        </p:nvSpPr>
        <p:spPr>
          <a:xfrm>
            <a:off x="0" y="0"/>
            <a:ext cx="2999999" cy="299999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p10:notes"/>
          <p:cNvSpPr txBox="1"/>
          <p:nvPr>
            <p:ph idx="1" type="body"/>
          </p:nvPr>
        </p:nvSpPr>
        <p:spPr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:notes"/>
          <p:cNvSpPr txBox="1"/>
          <p:nvPr>
            <p:ph idx="12" type="sldNum"/>
          </p:nvPr>
        </p:nvSpPr>
        <p:spPr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/>
          <p:nvPr>
            <p:ph idx="2" type="sldImg"/>
          </p:nvPr>
        </p:nvSpPr>
        <p:spPr>
          <a:xfrm>
            <a:off x="0" y="0"/>
            <a:ext cx="2999999" cy="299999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p11:notes"/>
          <p:cNvSpPr txBox="1"/>
          <p:nvPr>
            <p:ph idx="1" type="body"/>
          </p:nvPr>
        </p:nvSpPr>
        <p:spPr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:notes"/>
          <p:cNvSpPr txBox="1"/>
          <p:nvPr>
            <p:ph idx="12" type="sldNum"/>
          </p:nvPr>
        </p:nvSpPr>
        <p:spPr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/>
          <p:nvPr>
            <p:ph idx="2" type="sldImg"/>
          </p:nvPr>
        </p:nvSpPr>
        <p:spPr>
          <a:xfrm>
            <a:off x="0" y="0"/>
            <a:ext cx="2999999" cy="299999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12:notes"/>
          <p:cNvSpPr txBox="1"/>
          <p:nvPr>
            <p:ph idx="1" type="body"/>
          </p:nvPr>
        </p:nvSpPr>
        <p:spPr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2:notes"/>
          <p:cNvSpPr txBox="1"/>
          <p:nvPr>
            <p:ph idx="12" type="sldNum"/>
          </p:nvPr>
        </p:nvSpPr>
        <p:spPr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:notes"/>
          <p:cNvSpPr/>
          <p:nvPr>
            <p:ph idx="2" type="sldImg"/>
          </p:nvPr>
        </p:nvSpPr>
        <p:spPr>
          <a:xfrm>
            <a:off x="0" y="0"/>
            <a:ext cx="2999999" cy="299999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p13:notes"/>
          <p:cNvSpPr txBox="1"/>
          <p:nvPr>
            <p:ph idx="1" type="body"/>
          </p:nvPr>
        </p:nvSpPr>
        <p:spPr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3:notes"/>
          <p:cNvSpPr txBox="1"/>
          <p:nvPr>
            <p:ph idx="12" type="sldNum"/>
          </p:nvPr>
        </p:nvSpPr>
        <p:spPr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:notes"/>
          <p:cNvSpPr/>
          <p:nvPr>
            <p:ph idx="2" type="sldImg"/>
          </p:nvPr>
        </p:nvSpPr>
        <p:spPr>
          <a:xfrm>
            <a:off x="0" y="0"/>
            <a:ext cx="2999999" cy="2999999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p14:notes"/>
          <p:cNvSpPr txBox="1"/>
          <p:nvPr>
            <p:ph idx="1" type="body"/>
          </p:nvPr>
        </p:nvSpPr>
        <p:spPr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4:notes"/>
          <p:cNvSpPr txBox="1"/>
          <p:nvPr>
            <p:ph idx="12" type="sldNum"/>
          </p:nvPr>
        </p:nvSpPr>
        <p:spPr>
          <a:xfrm>
            <a:off x="0" y="0"/>
            <a:ext cx="2999999" cy="299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:notes"/>
          <p:cNvSpPr/>
          <p:nvPr>
            <p:ph idx="2" type="sldImg"/>
          </p:nvPr>
        </p:nvSpPr>
        <p:spPr>
          <a:xfrm>
            <a:off x="0" y="0"/>
            <a:ext cx="2999998" cy="299999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17:notes"/>
          <p:cNvSpPr txBox="1"/>
          <p:nvPr>
            <p:ph idx="1" type="body"/>
          </p:nvPr>
        </p:nvSpPr>
        <p:spPr>
          <a:xfrm>
            <a:off x="0" y="0"/>
            <a:ext cx="2999998" cy="2999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7:notes"/>
          <p:cNvSpPr txBox="1"/>
          <p:nvPr>
            <p:ph idx="12" type="sldNum"/>
          </p:nvPr>
        </p:nvSpPr>
        <p:spPr>
          <a:xfrm>
            <a:off x="0" y="0"/>
            <a:ext cx="2999998" cy="2999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:notes"/>
          <p:cNvSpPr/>
          <p:nvPr>
            <p:ph idx="2" type="sldImg"/>
          </p:nvPr>
        </p:nvSpPr>
        <p:spPr>
          <a:xfrm>
            <a:off x="0" y="0"/>
            <a:ext cx="2999998" cy="299999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p18:notes"/>
          <p:cNvSpPr txBox="1"/>
          <p:nvPr>
            <p:ph idx="1" type="body"/>
          </p:nvPr>
        </p:nvSpPr>
        <p:spPr>
          <a:xfrm>
            <a:off x="0" y="0"/>
            <a:ext cx="2999998" cy="2999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:notes"/>
          <p:cNvSpPr txBox="1"/>
          <p:nvPr>
            <p:ph idx="12" type="sldNum"/>
          </p:nvPr>
        </p:nvSpPr>
        <p:spPr>
          <a:xfrm>
            <a:off x="0" y="0"/>
            <a:ext cx="2999998" cy="2999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1:notes"/>
          <p:cNvSpPr/>
          <p:nvPr>
            <p:ph idx="2" type="sldImg"/>
          </p:nvPr>
        </p:nvSpPr>
        <p:spPr>
          <a:xfrm>
            <a:off x="-1166813" y="0"/>
            <a:ext cx="5334000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" name="Google Shape;239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2:notes"/>
          <p:cNvSpPr/>
          <p:nvPr>
            <p:ph idx="2" type="sldImg"/>
          </p:nvPr>
        </p:nvSpPr>
        <p:spPr>
          <a:xfrm>
            <a:off x="0" y="0"/>
            <a:ext cx="2999998" cy="299999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p22:notes"/>
          <p:cNvSpPr txBox="1"/>
          <p:nvPr>
            <p:ph idx="1" type="body"/>
          </p:nvPr>
        </p:nvSpPr>
        <p:spPr>
          <a:xfrm>
            <a:off x="0" y="0"/>
            <a:ext cx="2999998" cy="2999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:notes"/>
          <p:cNvSpPr txBox="1"/>
          <p:nvPr>
            <p:ph idx="12" type="sldNum"/>
          </p:nvPr>
        </p:nvSpPr>
        <p:spPr>
          <a:xfrm>
            <a:off x="0" y="0"/>
            <a:ext cx="2999998" cy="2999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" name="Google Shape;7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24"/>
          <p:cNvSpPr/>
          <p:nvPr/>
        </p:nvSpPr>
        <p:spPr>
          <a:xfrm>
            <a:off x="171450" y="7806132"/>
            <a:ext cx="6141719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600"/>
              <a:buFont typeface="Sora SemiBold"/>
              <a:buNone/>
            </a:pPr>
            <a:r>
              <a:rPr b="1" i="0" lang="en-US" sz="1200" u="none" cap="none" strike="noStrike">
                <a:solidFill>
                  <a:srgbClr val="1F1E1E"/>
                </a:solidFill>
                <a:latin typeface="Calibri"/>
                <a:ea typeface="Calibri"/>
                <a:cs typeface="Calibri"/>
                <a:sym typeface="Calibri"/>
              </a:rPr>
              <a:t>Universidad Nacional de Costa Rica - Programación IV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5"/>
          <p:cNvSpPr/>
          <p:nvPr/>
        </p:nvSpPr>
        <p:spPr>
          <a:xfrm>
            <a:off x="171450" y="7806132"/>
            <a:ext cx="6141719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600"/>
              <a:buFont typeface="Sora SemiBold"/>
              <a:buNone/>
            </a:pPr>
            <a:r>
              <a:rPr b="1" i="0" lang="en-US" sz="1200" u="none" cap="none" strike="noStrike">
                <a:solidFill>
                  <a:srgbClr val="1F1E1E"/>
                </a:solidFill>
                <a:latin typeface="Calibri"/>
                <a:ea typeface="Calibri"/>
                <a:cs typeface="Calibri"/>
                <a:sym typeface="Calibri"/>
              </a:rPr>
              <a:t>Universidad Nacional de Costa Rica - Programación IV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6"/>
          <p:cNvSpPr/>
          <p:nvPr/>
        </p:nvSpPr>
        <p:spPr>
          <a:xfrm>
            <a:off x="171450" y="7806132"/>
            <a:ext cx="6141719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600"/>
              <a:buFont typeface="Sora SemiBold"/>
              <a:buNone/>
            </a:pPr>
            <a:r>
              <a:rPr b="1" i="0" lang="en-US" sz="1200" u="none" cap="none" strike="noStrike">
                <a:solidFill>
                  <a:srgbClr val="1F1E1E"/>
                </a:solidFill>
                <a:latin typeface="Calibri"/>
                <a:ea typeface="Calibri"/>
                <a:cs typeface="Calibri"/>
                <a:sym typeface="Calibri"/>
              </a:rPr>
              <a:t>Universidad Nacional de Costa Rica - Programación IV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7 master">
  <p:cSld name="Slide 27 master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7"/>
          <p:cNvSpPr/>
          <p:nvPr/>
        </p:nvSpPr>
        <p:spPr>
          <a:xfrm>
            <a:off x="171450" y="7806132"/>
            <a:ext cx="6141719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600"/>
              <a:buFont typeface="Sora SemiBold"/>
              <a:buNone/>
            </a:pPr>
            <a:r>
              <a:rPr b="1" i="0" lang="en-US" sz="1200" u="none" cap="none" strike="noStrike">
                <a:solidFill>
                  <a:srgbClr val="1F1E1E"/>
                </a:solidFill>
                <a:latin typeface="Calibri"/>
                <a:ea typeface="Calibri"/>
                <a:cs typeface="Calibri"/>
                <a:sym typeface="Calibri"/>
              </a:rPr>
              <a:t>Universidad Nacional de Costa Rica - Programación IV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8"/>
          <p:cNvSpPr/>
          <p:nvPr/>
        </p:nvSpPr>
        <p:spPr>
          <a:xfrm>
            <a:off x="171450" y="7806132"/>
            <a:ext cx="6141719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600"/>
              <a:buFont typeface="Sora SemiBold"/>
              <a:buNone/>
            </a:pPr>
            <a:r>
              <a:rPr b="1" i="0" lang="en-US" sz="1200" u="none" cap="none" strike="noStrike">
                <a:solidFill>
                  <a:srgbClr val="1F1E1E"/>
                </a:solidFill>
                <a:latin typeface="Calibri"/>
                <a:ea typeface="Calibri"/>
                <a:cs typeface="Calibri"/>
                <a:sym typeface="Calibri"/>
              </a:rPr>
              <a:t>Universidad Nacional de Costa Rica - Programación IV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Relationship Id="rId4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" name="Google Shape;2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" name="Google Shape;3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8309" y="1127046"/>
            <a:ext cx="151638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"/>
          <p:cNvSpPr/>
          <p:nvPr/>
        </p:nvSpPr>
        <p:spPr>
          <a:xfrm>
            <a:off x="758309" y="2790349"/>
            <a:ext cx="8818840" cy="602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750"/>
              <a:buFont typeface="Sora SemiBold"/>
              <a:buNone/>
            </a:pPr>
            <a:r>
              <a:rPr b="1" i="0" lang="en-US" sz="3750" u="none" cap="none" strike="noStrike">
                <a:solidFill>
                  <a:srgbClr val="1F1E1E"/>
                </a:solidFill>
                <a:latin typeface="Calibri"/>
                <a:ea typeface="Calibri"/>
                <a:cs typeface="Calibri"/>
                <a:sym typeface="Calibri"/>
              </a:rPr>
              <a:t>Universidad Nacional de Costa Rica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758308" y="3532107"/>
            <a:ext cx="3523778" cy="261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600"/>
              <a:buFont typeface="Sora SemiBold"/>
              <a:buNone/>
            </a:pPr>
            <a:r>
              <a:rPr b="1" i="0" lang="en-US" sz="1600" u="none" cap="none" strike="noStrike">
                <a:solidFill>
                  <a:srgbClr val="1F1E1E"/>
                </a:solidFill>
                <a:latin typeface="Calibri"/>
                <a:ea typeface="Calibri"/>
                <a:cs typeface="Calibri"/>
                <a:sym typeface="Calibri"/>
              </a:rPr>
              <a:t>Tutoría: Matemática General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758300" y="3933350"/>
            <a:ext cx="132252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88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5450"/>
              <a:buFont typeface="Sora SemiBold"/>
              <a:buNone/>
            </a:pPr>
            <a:r>
              <a:rPr b="1" i="0" lang="en-US" sz="5400" u="none" cap="none" strike="noStrike">
                <a:solidFill>
                  <a:srgbClr val="1F1E1E"/>
                </a:solidFill>
                <a:latin typeface="Calibri"/>
                <a:ea typeface="Calibri"/>
                <a:cs typeface="Calibri"/>
                <a:sym typeface="Calibri"/>
              </a:rPr>
              <a:t>Semana 1</a:t>
            </a:r>
            <a:r>
              <a:rPr b="1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Introducción a factorización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758309" y="5818584"/>
            <a:ext cx="13113781" cy="180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200"/>
              <a:buFont typeface="Sora"/>
              <a:buNone/>
            </a:pPr>
            <a:r>
              <a:rPr b="0" i="0" lang="en-US" sz="1200" u="none" cap="none" strike="noStrike">
                <a:solidFill>
                  <a:srgbClr val="3B3535"/>
                </a:solidFill>
                <a:latin typeface="Calibri"/>
                <a:ea typeface="Calibri"/>
                <a:cs typeface="Calibri"/>
                <a:sym typeface="Calibri"/>
              </a:rPr>
              <a:t>I Ciclo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758309" y="6138386"/>
            <a:ext cx="1746052" cy="218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4444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1800"/>
              <a:buFont typeface="Sora SemiBold"/>
              <a:buNone/>
            </a:pPr>
            <a:r>
              <a:rPr b="1" i="0" lang="en-US" sz="1800" u="none" cap="none" strike="noStrike">
                <a:solidFill>
                  <a:srgbClr val="1F1E1E"/>
                </a:solidFill>
                <a:latin typeface="Calibri"/>
                <a:ea typeface="Calibri"/>
                <a:cs typeface="Calibri"/>
                <a:sym typeface="Calibri"/>
              </a:rPr>
              <a:t>Tutor: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758309" y="6495931"/>
            <a:ext cx="13113781" cy="541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200"/>
              <a:buFont typeface="Sora"/>
              <a:buChar char="•"/>
            </a:pPr>
            <a:r>
              <a:rPr b="0" i="0" lang="en-US" sz="1200" u="none" cap="none" strike="noStrike">
                <a:solidFill>
                  <a:srgbClr val="3B3535"/>
                </a:solidFill>
                <a:latin typeface="Calibri"/>
                <a:ea typeface="Calibri"/>
                <a:cs typeface="Calibri"/>
                <a:sym typeface="Calibri"/>
              </a:rPr>
              <a:t>Matteo Vargas Quesada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" name="Google Shape;3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38751" y="1127045"/>
            <a:ext cx="1516388" cy="1516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"/>
          <p:cNvSpPr/>
          <p:nvPr/>
        </p:nvSpPr>
        <p:spPr>
          <a:xfrm>
            <a:off x="758300" y="2206225"/>
            <a:ext cx="6050400" cy="12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Calibri"/>
              <a:buNone/>
            </a:pPr>
            <a:r>
              <a:rPr b="0" i="0" lang="en-US" sz="3900" u="none" cap="none" strike="noStrike">
                <a:solidFill>
                  <a:srgbClr val="1F1E1E"/>
                </a:solidFill>
                <a:latin typeface="Calibri"/>
                <a:ea typeface="Calibri"/>
                <a:cs typeface="Calibri"/>
                <a:sym typeface="Calibri"/>
              </a:rPr>
              <a:t>Factorización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58309" y="3529013"/>
            <a:ext cx="5798582" cy="2494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100"/>
              <a:buFont typeface="Calibri"/>
              <a:buNone/>
            </a:pPr>
            <a:r>
              <a:rPr b="0" i="0" lang="en-US" sz="1700" u="none" cap="none" strike="noStrike">
                <a:solidFill>
                  <a:srgbClr val="1F1E1E"/>
                </a:solidFill>
                <a:latin typeface="Calibri"/>
                <a:ea typeface="Calibri"/>
                <a:cs typeface="Calibri"/>
                <a:sym typeface="Calibri"/>
              </a:rPr>
              <a:t>Factorizar significa descomponer una expresión matemática en el producto de otras expresiones más simples que, al multiplicarse, dan como resultado la expresión original.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" name="Google Shape;4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3791" y="1368862"/>
            <a:ext cx="7370339" cy="5187486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/>
          <p:nvPr/>
        </p:nvSpPr>
        <p:spPr>
          <a:xfrm>
            <a:off x="2146657" y="6928184"/>
            <a:ext cx="641684" cy="360947"/>
          </a:xfrm>
          <a:custGeom>
            <a:rect b="b" l="l" r="r" t="t"/>
            <a:pathLst>
              <a:path extrusionOk="0" fill="none" h="43200" w="43200">
                <a:moveTo>
                  <a:pt x="37124" y="13199"/>
                </a:moveTo>
                <a:cubicBezTo>
                  <a:pt x="34424" y="8399"/>
                  <a:pt x="30374" y="6000"/>
                  <a:pt x="23624" y="3599"/>
                </a:cubicBezTo>
                <a:cubicBezTo>
                  <a:pt x="13500" y="0"/>
                  <a:pt x="6075" y="0"/>
                  <a:pt x="1350" y="1199"/>
                </a:cubicBezTo>
                <a:cubicBezTo>
                  <a:pt x="0" y="6000"/>
                  <a:pt x="1350" y="14400"/>
                  <a:pt x="5399" y="20400"/>
                </a:cubicBezTo>
                <a:cubicBezTo>
                  <a:pt x="12824" y="25199"/>
                  <a:pt x="21600" y="32400"/>
                  <a:pt x="31050" y="38400"/>
                </a:cubicBezTo>
                <a:quadBezTo>
                  <a:pt x="39150" y="40800"/>
                  <a:pt x="43200" y="43200"/>
                </a:quadBezTo>
              </a:path>
            </a:pathLst>
          </a:custGeom>
          <a:noFill/>
          <a:ln cap="flat" cmpd="sng" w="36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151421" y="7800473"/>
            <a:ext cx="3428999" cy="270710"/>
          </a:xfrm>
          <a:custGeom>
            <a:rect b="b" l="l" r="r" t="t"/>
            <a:pathLst>
              <a:path extrusionOk="0" fill="none" h="43200" w="43200">
                <a:moveTo>
                  <a:pt x="37642" y="12799"/>
                </a:moveTo>
                <a:cubicBezTo>
                  <a:pt x="38147" y="15999"/>
                  <a:pt x="39536" y="19200"/>
                  <a:pt x="40042" y="19200"/>
                </a:cubicBezTo>
                <a:cubicBezTo>
                  <a:pt x="40799" y="19200"/>
                  <a:pt x="41936" y="19200"/>
                  <a:pt x="42694" y="19200"/>
                </a:cubicBezTo>
                <a:cubicBezTo>
                  <a:pt x="41557" y="15999"/>
                  <a:pt x="40799" y="15999"/>
                  <a:pt x="39663" y="17600"/>
                </a:cubicBezTo>
                <a:cubicBezTo>
                  <a:pt x="38652" y="22400"/>
                  <a:pt x="39915" y="27200"/>
                  <a:pt x="41178" y="27200"/>
                </a:cubicBezTo>
                <a:cubicBezTo>
                  <a:pt x="42568" y="22400"/>
                  <a:pt x="43200" y="15999"/>
                  <a:pt x="42694" y="9600"/>
                </a:cubicBezTo>
                <a:cubicBezTo>
                  <a:pt x="41810" y="9600"/>
                  <a:pt x="41052" y="12799"/>
                  <a:pt x="40042" y="15999"/>
                </a:cubicBezTo>
                <a:cubicBezTo>
                  <a:pt x="39157" y="17600"/>
                  <a:pt x="38652" y="19200"/>
                  <a:pt x="40042" y="19200"/>
                </a:cubicBezTo>
                <a:cubicBezTo>
                  <a:pt x="41052" y="17600"/>
                  <a:pt x="41936" y="15999"/>
                  <a:pt x="42442" y="14400"/>
                </a:cubicBezTo>
                <a:cubicBezTo>
                  <a:pt x="41557" y="12799"/>
                  <a:pt x="40294" y="9600"/>
                  <a:pt x="38273" y="9600"/>
                </a:cubicBezTo>
                <a:cubicBezTo>
                  <a:pt x="36631" y="9600"/>
                  <a:pt x="35242" y="9600"/>
                  <a:pt x="34736" y="12799"/>
                </a:cubicBezTo>
                <a:cubicBezTo>
                  <a:pt x="35242" y="12799"/>
                  <a:pt x="36000" y="14400"/>
                  <a:pt x="37010" y="14400"/>
                </a:cubicBezTo>
                <a:cubicBezTo>
                  <a:pt x="37894" y="14400"/>
                  <a:pt x="38905" y="14400"/>
                  <a:pt x="39663" y="12799"/>
                </a:cubicBezTo>
                <a:cubicBezTo>
                  <a:pt x="39157" y="7999"/>
                  <a:pt x="38273" y="7999"/>
                  <a:pt x="36757" y="7999"/>
                </a:cubicBezTo>
                <a:cubicBezTo>
                  <a:pt x="35368" y="7999"/>
                  <a:pt x="33978" y="9600"/>
                  <a:pt x="33347" y="9600"/>
                </a:cubicBezTo>
                <a:cubicBezTo>
                  <a:pt x="34610" y="9600"/>
                  <a:pt x="35621" y="9600"/>
                  <a:pt x="36252" y="9600"/>
                </a:cubicBezTo>
                <a:cubicBezTo>
                  <a:pt x="34989" y="6400"/>
                  <a:pt x="33473" y="4800"/>
                  <a:pt x="32589" y="6400"/>
                </a:cubicBezTo>
                <a:cubicBezTo>
                  <a:pt x="31957" y="9600"/>
                  <a:pt x="32336" y="14400"/>
                  <a:pt x="33221" y="14400"/>
                </a:cubicBezTo>
                <a:cubicBezTo>
                  <a:pt x="34610" y="15999"/>
                  <a:pt x="35621" y="15999"/>
                  <a:pt x="36378" y="17600"/>
                </a:cubicBezTo>
                <a:cubicBezTo>
                  <a:pt x="34736" y="17600"/>
                  <a:pt x="33726" y="22400"/>
                  <a:pt x="33221" y="23999"/>
                </a:cubicBezTo>
                <a:cubicBezTo>
                  <a:pt x="32842" y="27200"/>
                  <a:pt x="33852" y="28799"/>
                  <a:pt x="35368" y="36799"/>
                </a:cubicBezTo>
                <a:cubicBezTo>
                  <a:pt x="36757" y="41599"/>
                  <a:pt x="37768" y="43200"/>
                  <a:pt x="38273" y="43200"/>
                </a:cubicBezTo>
                <a:cubicBezTo>
                  <a:pt x="36631" y="36799"/>
                  <a:pt x="34610" y="35200"/>
                  <a:pt x="32463" y="33599"/>
                </a:cubicBezTo>
                <a:cubicBezTo>
                  <a:pt x="31073" y="33599"/>
                  <a:pt x="30568" y="33599"/>
                  <a:pt x="31073" y="31999"/>
                </a:cubicBezTo>
                <a:cubicBezTo>
                  <a:pt x="31705" y="28799"/>
                  <a:pt x="32336" y="28799"/>
                  <a:pt x="32842" y="25599"/>
                </a:cubicBezTo>
                <a:cubicBezTo>
                  <a:pt x="31831" y="22400"/>
                  <a:pt x="30568" y="22400"/>
                  <a:pt x="29684" y="22400"/>
                </a:cubicBezTo>
                <a:cubicBezTo>
                  <a:pt x="30821" y="22400"/>
                  <a:pt x="31705" y="19200"/>
                  <a:pt x="32336" y="17600"/>
                </a:cubicBezTo>
                <a:cubicBezTo>
                  <a:pt x="31326" y="15999"/>
                  <a:pt x="30315" y="14400"/>
                  <a:pt x="29431" y="14400"/>
                </a:cubicBezTo>
                <a:cubicBezTo>
                  <a:pt x="28168" y="14400"/>
                  <a:pt x="27536" y="14400"/>
                  <a:pt x="28421" y="7999"/>
                </a:cubicBezTo>
                <a:cubicBezTo>
                  <a:pt x="29431" y="6400"/>
                  <a:pt x="29431" y="0"/>
                  <a:pt x="28294" y="0"/>
                </a:cubicBezTo>
                <a:cubicBezTo>
                  <a:pt x="26778" y="3200"/>
                  <a:pt x="25263" y="4800"/>
                  <a:pt x="24000" y="7999"/>
                </a:cubicBezTo>
                <a:cubicBezTo>
                  <a:pt x="23368" y="12799"/>
                  <a:pt x="24378" y="17600"/>
                  <a:pt x="25515" y="19200"/>
                </a:cubicBezTo>
                <a:cubicBezTo>
                  <a:pt x="27157" y="19200"/>
                  <a:pt x="27915" y="17600"/>
                  <a:pt x="26652" y="15999"/>
                </a:cubicBezTo>
                <a:cubicBezTo>
                  <a:pt x="25136" y="15999"/>
                  <a:pt x="23368" y="15999"/>
                  <a:pt x="22484" y="17600"/>
                </a:cubicBezTo>
                <a:cubicBezTo>
                  <a:pt x="22357" y="23999"/>
                  <a:pt x="23242" y="27200"/>
                  <a:pt x="25263" y="31999"/>
                </a:cubicBezTo>
                <a:cubicBezTo>
                  <a:pt x="27284" y="31999"/>
                  <a:pt x="28926" y="31999"/>
                  <a:pt x="29684" y="28799"/>
                </a:cubicBezTo>
                <a:cubicBezTo>
                  <a:pt x="28673" y="25599"/>
                  <a:pt x="26905" y="23999"/>
                  <a:pt x="25010" y="23999"/>
                </a:cubicBezTo>
                <a:cubicBezTo>
                  <a:pt x="23747" y="25599"/>
                  <a:pt x="23242" y="27200"/>
                  <a:pt x="24378" y="27200"/>
                </a:cubicBezTo>
                <a:cubicBezTo>
                  <a:pt x="25010" y="27200"/>
                  <a:pt x="24378" y="23999"/>
                  <a:pt x="23115" y="22400"/>
                </a:cubicBezTo>
                <a:cubicBezTo>
                  <a:pt x="21347" y="19200"/>
                  <a:pt x="19326" y="15999"/>
                  <a:pt x="18063" y="14400"/>
                </a:cubicBezTo>
                <a:cubicBezTo>
                  <a:pt x="18821" y="14400"/>
                  <a:pt x="20715" y="14400"/>
                  <a:pt x="22357" y="14400"/>
                </a:cubicBezTo>
                <a:cubicBezTo>
                  <a:pt x="23621" y="14400"/>
                  <a:pt x="22105" y="12799"/>
                  <a:pt x="20336" y="12799"/>
                </a:cubicBezTo>
                <a:cubicBezTo>
                  <a:pt x="18947" y="15999"/>
                  <a:pt x="18568" y="19200"/>
                  <a:pt x="19326" y="19200"/>
                </a:cubicBezTo>
                <a:cubicBezTo>
                  <a:pt x="20210" y="19200"/>
                  <a:pt x="20842" y="19200"/>
                  <a:pt x="20336" y="19200"/>
                </a:cubicBezTo>
                <a:cubicBezTo>
                  <a:pt x="19452" y="19200"/>
                  <a:pt x="18821" y="22400"/>
                  <a:pt x="20336" y="23999"/>
                </a:cubicBezTo>
                <a:cubicBezTo>
                  <a:pt x="21600" y="23999"/>
                  <a:pt x="22231" y="23999"/>
                  <a:pt x="21094" y="19200"/>
                </a:cubicBezTo>
                <a:cubicBezTo>
                  <a:pt x="19452" y="14400"/>
                  <a:pt x="17557" y="9600"/>
                  <a:pt x="16294" y="7999"/>
                </a:cubicBezTo>
                <a:cubicBezTo>
                  <a:pt x="15663" y="7999"/>
                  <a:pt x="17178" y="6400"/>
                  <a:pt x="18442" y="6400"/>
                </a:cubicBezTo>
                <a:cubicBezTo>
                  <a:pt x="19326" y="6400"/>
                  <a:pt x="18568" y="6400"/>
                  <a:pt x="17305" y="6400"/>
                </a:cubicBezTo>
                <a:cubicBezTo>
                  <a:pt x="16294" y="7999"/>
                  <a:pt x="15663" y="7999"/>
                  <a:pt x="16547" y="12799"/>
                </a:cubicBezTo>
                <a:cubicBezTo>
                  <a:pt x="17178" y="15999"/>
                  <a:pt x="16421" y="19200"/>
                  <a:pt x="15536" y="22400"/>
                </a:cubicBezTo>
                <a:cubicBezTo>
                  <a:pt x="16421" y="25599"/>
                  <a:pt x="17178" y="23999"/>
                  <a:pt x="16673" y="22400"/>
                </a:cubicBezTo>
                <a:cubicBezTo>
                  <a:pt x="15663" y="22400"/>
                  <a:pt x="14147" y="22400"/>
                  <a:pt x="13010" y="22400"/>
                </a:cubicBezTo>
                <a:cubicBezTo>
                  <a:pt x="12252" y="23999"/>
                  <a:pt x="13136" y="23999"/>
                  <a:pt x="13894" y="23999"/>
                </a:cubicBezTo>
                <a:cubicBezTo>
                  <a:pt x="13136" y="23999"/>
                  <a:pt x="12000" y="23999"/>
                  <a:pt x="11242" y="23999"/>
                </a:cubicBezTo>
                <a:cubicBezTo>
                  <a:pt x="10610" y="25599"/>
                  <a:pt x="11368" y="25599"/>
                  <a:pt x="11873" y="23999"/>
                </a:cubicBezTo>
                <a:cubicBezTo>
                  <a:pt x="11494" y="19200"/>
                  <a:pt x="10610" y="17600"/>
                  <a:pt x="9347" y="17600"/>
                </a:cubicBezTo>
                <a:cubicBezTo>
                  <a:pt x="8463" y="17600"/>
                  <a:pt x="7831" y="17600"/>
                  <a:pt x="7073" y="17600"/>
                </a:cubicBezTo>
                <a:cubicBezTo>
                  <a:pt x="6315" y="19200"/>
                  <a:pt x="5810" y="22400"/>
                  <a:pt x="5178" y="22400"/>
                </a:cubicBezTo>
                <a:cubicBezTo>
                  <a:pt x="4294" y="23999"/>
                  <a:pt x="3663" y="23999"/>
                  <a:pt x="3157" y="23999"/>
                </a:cubicBezTo>
                <a:cubicBezTo>
                  <a:pt x="2652" y="23999"/>
                  <a:pt x="2147" y="23999"/>
                  <a:pt x="1515" y="23999"/>
                </a:cubicBezTo>
                <a:cubicBezTo>
                  <a:pt x="757" y="19200"/>
                  <a:pt x="252" y="15999"/>
                  <a:pt x="0" y="9600"/>
                </a:cubicBezTo>
                <a:cubicBezTo>
                  <a:pt x="378" y="6400"/>
                  <a:pt x="757" y="3200"/>
                  <a:pt x="1389" y="4800"/>
                </a:cubicBezTo>
                <a:cubicBezTo>
                  <a:pt x="2021" y="7999"/>
                  <a:pt x="2652" y="7999"/>
                  <a:pt x="3157" y="9600"/>
                </a:cubicBezTo>
                <a:cubicBezTo>
                  <a:pt x="3536" y="12799"/>
                  <a:pt x="4294" y="15999"/>
                  <a:pt x="5052" y="15999"/>
                </a:cubicBezTo>
                <a:cubicBezTo>
                  <a:pt x="5684" y="15999"/>
                  <a:pt x="6189" y="15999"/>
                  <a:pt x="7200" y="15999"/>
                </a:cubicBezTo>
                <a:cubicBezTo>
                  <a:pt x="7831" y="15999"/>
                  <a:pt x="8589" y="15999"/>
                  <a:pt x="9221" y="15999"/>
                </a:cubicBezTo>
                <a:cubicBezTo>
                  <a:pt x="9852" y="14400"/>
                  <a:pt x="10610" y="14400"/>
                  <a:pt x="11242" y="14400"/>
                </a:cubicBezTo>
                <a:cubicBezTo>
                  <a:pt x="11873" y="12799"/>
                  <a:pt x="12378" y="12799"/>
                  <a:pt x="13010" y="12799"/>
                </a:cubicBezTo>
                <a:cubicBezTo>
                  <a:pt x="13768" y="12799"/>
                  <a:pt x="14273" y="12799"/>
                  <a:pt x="14778" y="12799"/>
                </a:cubicBezTo>
                <a:lnTo>
                  <a:pt x="15536" y="9600"/>
                </a:lnTo>
              </a:path>
            </a:pathLst>
          </a:custGeom>
          <a:noFill/>
          <a:ln cap="flat" cmpd="sng" w="126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1504973" y="7880684"/>
            <a:ext cx="691815" cy="90236"/>
          </a:xfrm>
          <a:custGeom>
            <a:rect b="b" l="l" r="r" t="t"/>
            <a:pathLst>
              <a:path extrusionOk="0" fill="none" h="43200" w="43200">
                <a:moveTo>
                  <a:pt x="21913" y="4800"/>
                </a:moveTo>
                <a:cubicBezTo>
                  <a:pt x="18782" y="4800"/>
                  <a:pt x="15026" y="4800"/>
                  <a:pt x="11895" y="9599"/>
                </a:cubicBezTo>
                <a:cubicBezTo>
                  <a:pt x="8139" y="9599"/>
                  <a:pt x="5008" y="9599"/>
                  <a:pt x="2504" y="4800"/>
                </a:cubicBezTo>
                <a:cubicBezTo>
                  <a:pt x="0" y="4800"/>
                  <a:pt x="1878" y="14400"/>
                  <a:pt x="6886" y="14400"/>
                </a:cubicBezTo>
                <a:cubicBezTo>
                  <a:pt x="10643" y="9599"/>
                  <a:pt x="13147" y="4800"/>
                  <a:pt x="15652" y="0"/>
                </a:cubicBezTo>
                <a:cubicBezTo>
                  <a:pt x="19408" y="0"/>
                  <a:pt x="23165" y="0"/>
                  <a:pt x="26295" y="0"/>
                </a:cubicBezTo>
                <a:cubicBezTo>
                  <a:pt x="28800" y="19200"/>
                  <a:pt x="29426" y="38399"/>
                  <a:pt x="35686" y="43200"/>
                </a:cubicBezTo>
                <a:quadBezTo>
                  <a:pt x="40069" y="38399"/>
                  <a:pt x="43200" y="19200"/>
                </a:quadBezTo>
              </a:path>
            </a:pathLst>
          </a:custGeom>
          <a:noFill/>
          <a:ln cap="flat" cmpd="sng" w="126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2497578" y="7890710"/>
            <a:ext cx="792078" cy="120315"/>
          </a:xfrm>
          <a:custGeom>
            <a:rect b="b" l="l" r="r" t="t"/>
            <a:pathLst>
              <a:path extrusionOk="0" fill="none" h="43200" w="43200">
                <a:moveTo>
                  <a:pt x="35544" y="0"/>
                </a:moveTo>
                <a:cubicBezTo>
                  <a:pt x="31716" y="0"/>
                  <a:pt x="26794" y="0"/>
                  <a:pt x="23513" y="0"/>
                </a:cubicBezTo>
                <a:cubicBezTo>
                  <a:pt x="21326" y="3599"/>
                  <a:pt x="26248" y="7199"/>
                  <a:pt x="31169" y="3599"/>
                </a:cubicBezTo>
                <a:cubicBezTo>
                  <a:pt x="35544" y="3599"/>
                  <a:pt x="41012" y="7199"/>
                  <a:pt x="43200" y="10800"/>
                </a:cubicBezTo>
                <a:cubicBezTo>
                  <a:pt x="39372" y="10800"/>
                  <a:pt x="37731" y="18000"/>
                  <a:pt x="36091" y="25199"/>
                </a:cubicBezTo>
                <a:cubicBezTo>
                  <a:pt x="34450" y="32399"/>
                  <a:pt x="31169" y="32399"/>
                  <a:pt x="26248" y="32399"/>
                </a:cubicBezTo>
                <a:cubicBezTo>
                  <a:pt x="22967" y="32399"/>
                  <a:pt x="20232" y="43200"/>
                  <a:pt x="21326" y="32399"/>
                </a:cubicBezTo>
                <a:cubicBezTo>
                  <a:pt x="19139" y="28800"/>
                  <a:pt x="13670" y="25199"/>
                  <a:pt x="8749" y="25199"/>
                </a:cubicBezTo>
                <a:cubicBezTo>
                  <a:pt x="4374" y="28800"/>
                  <a:pt x="9843" y="32399"/>
                  <a:pt x="14217" y="28800"/>
                </a:cubicBezTo>
                <a:cubicBezTo>
                  <a:pt x="16951" y="21599"/>
                  <a:pt x="13670" y="18000"/>
                  <a:pt x="9296" y="10800"/>
                </a:cubicBezTo>
                <a:cubicBezTo>
                  <a:pt x="3281" y="10800"/>
                  <a:pt x="0" y="10800"/>
                  <a:pt x="1093" y="21599"/>
                </a:cubicBezTo>
                <a:cubicBezTo>
                  <a:pt x="4374" y="21599"/>
                  <a:pt x="9296" y="21599"/>
                  <a:pt x="13124" y="21599"/>
                </a:cubicBezTo>
                <a:lnTo>
                  <a:pt x="14217" y="10800"/>
                </a:lnTo>
              </a:path>
            </a:pathLst>
          </a:custGeom>
          <a:noFill/>
          <a:ln cap="flat" cmpd="sng" w="126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2958788" y="7780420"/>
            <a:ext cx="411078" cy="190499"/>
          </a:xfrm>
          <a:custGeom>
            <a:rect b="b" l="l" r="r" t="t"/>
            <a:pathLst>
              <a:path extrusionOk="0" fill="none" h="43200" w="43200">
                <a:moveTo>
                  <a:pt x="34770" y="25010"/>
                </a:moveTo>
                <a:cubicBezTo>
                  <a:pt x="25287" y="22736"/>
                  <a:pt x="14751" y="22736"/>
                  <a:pt x="5268" y="18189"/>
                </a:cubicBezTo>
                <a:cubicBezTo>
                  <a:pt x="12643" y="18189"/>
                  <a:pt x="23180" y="18189"/>
                  <a:pt x="32663" y="15915"/>
                </a:cubicBezTo>
                <a:cubicBezTo>
                  <a:pt x="41092" y="11368"/>
                  <a:pt x="43200" y="4547"/>
                  <a:pt x="35824" y="0"/>
                </a:cubicBezTo>
                <a:cubicBezTo>
                  <a:pt x="24234" y="0"/>
                  <a:pt x="13697" y="0"/>
                  <a:pt x="5268" y="4547"/>
                </a:cubicBezTo>
                <a:cubicBezTo>
                  <a:pt x="3160" y="11368"/>
                  <a:pt x="7375" y="18189"/>
                  <a:pt x="14751" y="27284"/>
                </a:cubicBezTo>
                <a:cubicBezTo>
                  <a:pt x="25287" y="38652"/>
                  <a:pt x="35824" y="43200"/>
                  <a:pt x="43200" y="43200"/>
                </a:cubicBezTo>
                <a:cubicBezTo>
                  <a:pt x="37931" y="38652"/>
                  <a:pt x="24234" y="31831"/>
                  <a:pt x="8429" y="29557"/>
                </a:cubicBezTo>
                <a:quadBezTo>
                  <a:pt x="0" y="29557"/>
                  <a:pt x="6321" y="29557"/>
                </a:quadBezTo>
              </a:path>
            </a:pathLst>
          </a:custGeom>
          <a:noFill/>
          <a:ln cap="flat" cmpd="sng" w="126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/>
          <p:nvPr/>
        </p:nvSpPr>
        <p:spPr>
          <a:xfrm>
            <a:off x="758309" y="2754035"/>
            <a:ext cx="2494359" cy="311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950"/>
              <a:buFont typeface="Calibri"/>
              <a:buNone/>
            </a:pPr>
            <a:r>
              <a:rPr b="0" i="0" lang="en-US" sz="1950" u="none" cap="none" strike="noStrike">
                <a:solidFill>
                  <a:srgbClr val="DA1B2E"/>
                </a:solidFill>
                <a:latin typeface="Calibri"/>
                <a:ea typeface="Calibri"/>
                <a:cs typeface="Calibri"/>
                <a:sym typeface="Calibri"/>
              </a:rPr>
              <a:t>Visión técnica simple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758309" y="3141464"/>
            <a:ext cx="10098286" cy="623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Calibri"/>
              <a:buNone/>
            </a:pPr>
            <a:r>
              <a:rPr b="0" i="0" lang="en-US" sz="3900" u="none" cap="none" strike="noStrike">
                <a:solidFill>
                  <a:srgbClr val="1F1E1E"/>
                </a:solidFill>
                <a:latin typeface="Calibri"/>
                <a:ea typeface="Calibri"/>
                <a:cs typeface="Calibri"/>
                <a:sym typeface="Calibri"/>
              </a:rPr>
              <a:t>¿Qué es "factorizar"?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758309" y="4049316"/>
            <a:ext cx="4244816" cy="1426250"/>
          </a:xfrm>
          <a:prstGeom prst="roundRect">
            <a:avLst>
              <a:gd fmla="val 5583" name="adj"/>
            </a:avLst>
          </a:prstGeom>
          <a:solidFill>
            <a:srgbClr val="F9D2D6"/>
          </a:solidFill>
          <a:ln cap="flat" cmpd="sng" w="9525">
            <a:solidFill>
              <a:srgbClr val="DFB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955477" y="4246483"/>
            <a:ext cx="3631049" cy="311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50"/>
              <a:buFont typeface="Calibri"/>
              <a:buNone/>
            </a:pPr>
            <a:r>
              <a:rPr b="0" i="0" lang="en-US" sz="1950" u="none" cap="none" strike="noStrike">
                <a:solidFill>
                  <a:srgbClr val="3B3535"/>
                </a:solidFill>
                <a:latin typeface="Calibri"/>
                <a:ea typeface="Calibri"/>
                <a:cs typeface="Calibri"/>
                <a:sym typeface="Calibri"/>
              </a:rPr>
              <a:t>Simplificar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955477" y="4671893"/>
            <a:ext cx="3850481" cy="30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B3535"/>
                </a:solidFill>
                <a:latin typeface="Calibri"/>
                <a:ea typeface="Calibri"/>
                <a:cs typeface="Calibri"/>
                <a:sym typeface="Calibri"/>
              </a:rPr>
              <a:t>Simplificar expresiones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192673" y="4049316"/>
            <a:ext cx="4244935" cy="1426250"/>
          </a:xfrm>
          <a:prstGeom prst="roundRect">
            <a:avLst>
              <a:gd fmla="val 5583" name="adj"/>
            </a:avLst>
          </a:prstGeom>
          <a:solidFill>
            <a:srgbClr val="F9D2D6"/>
          </a:solidFill>
          <a:ln cap="flat" cmpd="sng" w="9525">
            <a:solidFill>
              <a:srgbClr val="DFB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389840" y="4246483"/>
            <a:ext cx="2657713" cy="311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50"/>
              <a:buFont typeface="Calibri"/>
              <a:buNone/>
            </a:pPr>
            <a:r>
              <a:rPr b="0" i="0" lang="en-US" sz="1950" u="none" cap="none" strike="noStrike">
                <a:solidFill>
                  <a:srgbClr val="3B3535"/>
                </a:solidFill>
                <a:latin typeface="Calibri"/>
                <a:ea typeface="Calibri"/>
                <a:cs typeface="Calibri"/>
                <a:sym typeface="Calibri"/>
              </a:rPr>
              <a:t>Encontrar soluciones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389840" y="4671893"/>
            <a:ext cx="3850600" cy="606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B3535"/>
                </a:solidFill>
                <a:latin typeface="Calibri"/>
                <a:ea typeface="Calibri"/>
                <a:cs typeface="Calibri"/>
                <a:sym typeface="Calibri"/>
              </a:rPr>
              <a:t>Tanto raices como soluciones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9627156" y="4049316"/>
            <a:ext cx="4244816" cy="1426250"/>
          </a:xfrm>
          <a:prstGeom prst="roundRect">
            <a:avLst>
              <a:gd fmla="val 5583" name="adj"/>
            </a:avLst>
          </a:prstGeom>
          <a:solidFill>
            <a:srgbClr val="F9D2D6"/>
          </a:solidFill>
          <a:ln cap="flat" cmpd="sng" w="9525">
            <a:solidFill>
              <a:srgbClr val="DFB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9824323" y="4246483"/>
            <a:ext cx="2852023" cy="311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950"/>
              <a:buFont typeface="Calibri"/>
              <a:buNone/>
            </a:pPr>
            <a:r>
              <a:rPr b="0" i="0" lang="en-US" sz="1950" u="none" cap="none" strike="noStrike">
                <a:solidFill>
                  <a:srgbClr val="3B3535"/>
                </a:solidFill>
                <a:latin typeface="Calibri"/>
                <a:ea typeface="Calibri"/>
                <a:cs typeface="Calibri"/>
                <a:sym typeface="Calibri"/>
              </a:rPr>
              <a:t>Trabajar fracciones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9824323" y="4671893"/>
            <a:ext cx="3850481" cy="606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B3535"/>
                </a:solidFill>
                <a:latin typeface="Calibri"/>
                <a:ea typeface="Calibri"/>
                <a:cs typeface="Calibri"/>
                <a:sym typeface="Calibri"/>
              </a:rPr>
              <a:t>Realizar operaciones sobre fracciones y demás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71473" y="7820526"/>
            <a:ext cx="3719763" cy="190499"/>
          </a:xfrm>
          <a:custGeom>
            <a:rect b="b" l="l" r="r" t="t"/>
            <a:pathLst>
              <a:path extrusionOk="0" fill="none" h="43200" w="43200">
                <a:moveTo>
                  <a:pt x="29343" y="40926"/>
                </a:moveTo>
                <a:cubicBezTo>
                  <a:pt x="30274" y="34105"/>
                  <a:pt x="31555" y="29557"/>
                  <a:pt x="32953" y="27284"/>
                </a:cubicBezTo>
                <a:cubicBezTo>
                  <a:pt x="34233" y="22736"/>
                  <a:pt x="35398" y="20463"/>
                  <a:pt x="35864" y="20463"/>
                </a:cubicBezTo>
                <a:cubicBezTo>
                  <a:pt x="34583" y="29557"/>
                  <a:pt x="34001" y="34105"/>
                  <a:pt x="33768" y="40926"/>
                </a:cubicBezTo>
                <a:cubicBezTo>
                  <a:pt x="34233" y="43200"/>
                  <a:pt x="34932" y="43200"/>
                  <a:pt x="35980" y="43200"/>
                </a:cubicBezTo>
                <a:cubicBezTo>
                  <a:pt x="36912" y="43200"/>
                  <a:pt x="37377" y="43200"/>
                  <a:pt x="37028" y="36378"/>
                </a:cubicBezTo>
                <a:cubicBezTo>
                  <a:pt x="35980" y="34105"/>
                  <a:pt x="35049" y="34105"/>
                  <a:pt x="35864" y="40926"/>
                </a:cubicBezTo>
                <a:cubicBezTo>
                  <a:pt x="37727" y="43200"/>
                  <a:pt x="39939" y="43200"/>
                  <a:pt x="41919" y="43200"/>
                </a:cubicBezTo>
                <a:cubicBezTo>
                  <a:pt x="43200" y="36378"/>
                  <a:pt x="42967" y="29557"/>
                  <a:pt x="41686" y="27284"/>
                </a:cubicBezTo>
                <a:cubicBezTo>
                  <a:pt x="38658" y="20463"/>
                  <a:pt x="36213" y="18189"/>
                  <a:pt x="34233" y="13642"/>
                </a:cubicBezTo>
                <a:cubicBezTo>
                  <a:pt x="33069" y="13642"/>
                  <a:pt x="34583" y="18189"/>
                  <a:pt x="36213" y="22736"/>
                </a:cubicBezTo>
                <a:cubicBezTo>
                  <a:pt x="38076" y="22736"/>
                  <a:pt x="39240" y="22736"/>
                  <a:pt x="38076" y="22736"/>
                </a:cubicBezTo>
                <a:cubicBezTo>
                  <a:pt x="36329" y="20463"/>
                  <a:pt x="34350" y="18189"/>
                  <a:pt x="33069" y="18189"/>
                </a:cubicBezTo>
                <a:cubicBezTo>
                  <a:pt x="33651" y="20463"/>
                  <a:pt x="34699" y="20463"/>
                  <a:pt x="35631" y="20463"/>
                </a:cubicBezTo>
                <a:cubicBezTo>
                  <a:pt x="36213" y="20463"/>
                  <a:pt x="35747" y="15915"/>
                  <a:pt x="37028" y="13642"/>
                </a:cubicBezTo>
                <a:cubicBezTo>
                  <a:pt x="37960" y="13642"/>
                  <a:pt x="39008" y="13642"/>
                  <a:pt x="39706" y="13642"/>
                </a:cubicBezTo>
                <a:cubicBezTo>
                  <a:pt x="40288" y="15915"/>
                  <a:pt x="40521" y="9094"/>
                  <a:pt x="40056" y="13642"/>
                </a:cubicBezTo>
                <a:cubicBezTo>
                  <a:pt x="39240" y="13642"/>
                  <a:pt x="38425" y="13642"/>
                  <a:pt x="37610" y="13642"/>
                </a:cubicBezTo>
                <a:cubicBezTo>
                  <a:pt x="37028" y="13642"/>
                  <a:pt x="36446" y="13642"/>
                  <a:pt x="35747" y="13642"/>
                </a:cubicBezTo>
                <a:cubicBezTo>
                  <a:pt x="34699" y="13642"/>
                  <a:pt x="33651" y="13642"/>
                  <a:pt x="31788" y="13642"/>
                </a:cubicBezTo>
                <a:cubicBezTo>
                  <a:pt x="30391" y="13642"/>
                  <a:pt x="29343" y="15915"/>
                  <a:pt x="28877" y="15915"/>
                </a:cubicBezTo>
                <a:cubicBezTo>
                  <a:pt x="29576" y="18189"/>
                  <a:pt x="30624" y="20463"/>
                  <a:pt x="31555" y="20463"/>
                </a:cubicBezTo>
                <a:cubicBezTo>
                  <a:pt x="32021" y="20463"/>
                  <a:pt x="31206" y="18189"/>
                  <a:pt x="30507" y="18189"/>
                </a:cubicBezTo>
                <a:cubicBezTo>
                  <a:pt x="29343" y="18189"/>
                  <a:pt x="28295" y="15915"/>
                  <a:pt x="27480" y="15915"/>
                </a:cubicBezTo>
                <a:cubicBezTo>
                  <a:pt x="28295" y="20463"/>
                  <a:pt x="28877" y="20463"/>
                  <a:pt x="29576" y="20463"/>
                </a:cubicBezTo>
                <a:cubicBezTo>
                  <a:pt x="30042" y="20463"/>
                  <a:pt x="28877" y="22736"/>
                  <a:pt x="27829" y="22736"/>
                </a:cubicBezTo>
                <a:cubicBezTo>
                  <a:pt x="27247" y="29557"/>
                  <a:pt x="27829" y="29557"/>
                  <a:pt x="28295" y="29557"/>
                </a:cubicBezTo>
                <a:cubicBezTo>
                  <a:pt x="27829" y="27284"/>
                  <a:pt x="27130" y="29557"/>
                  <a:pt x="26548" y="31831"/>
                </a:cubicBezTo>
                <a:cubicBezTo>
                  <a:pt x="25850" y="31831"/>
                  <a:pt x="26315" y="31831"/>
                  <a:pt x="26432" y="22736"/>
                </a:cubicBezTo>
                <a:cubicBezTo>
                  <a:pt x="25966" y="20463"/>
                  <a:pt x="25035" y="20463"/>
                  <a:pt x="24219" y="20463"/>
                </a:cubicBezTo>
                <a:cubicBezTo>
                  <a:pt x="23288" y="20463"/>
                  <a:pt x="22356" y="20463"/>
                  <a:pt x="21774" y="20463"/>
                </a:cubicBezTo>
                <a:cubicBezTo>
                  <a:pt x="22240" y="18189"/>
                  <a:pt x="22822" y="15915"/>
                  <a:pt x="21658" y="13642"/>
                </a:cubicBezTo>
                <a:cubicBezTo>
                  <a:pt x="20959" y="13642"/>
                  <a:pt x="21541" y="15915"/>
                  <a:pt x="22240" y="15915"/>
                </a:cubicBezTo>
                <a:cubicBezTo>
                  <a:pt x="22822" y="13642"/>
                  <a:pt x="22356" y="6821"/>
                  <a:pt x="21658" y="4547"/>
                </a:cubicBezTo>
                <a:cubicBezTo>
                  <a:pt x="20493" y="4547"/>
                  <a:pt x="19445" y="4547"/>
                  <a:pt x="18630" y="4547"/>
                </a:cubicBezTo>
                <a:cubicBezTo>
                  <a:pt x="19212" y="4547"/>
                  <a:pt x="19795" y="2273"/>
                  <a:pt x="18980" y="0"/>
                </a:cubicBezTo>
                <a:cubicBezTo>
                  <a:pt x="17932" y="0"/>
                  <a:pt x="16767" y="0"/>
                  <a:pt x="15836" y="0"/>
                </a:cubicBezTo>
                <a:cubicBezTo>
                  <a:pt x="16534" y="2273"/>
                  <a:pt x="17582" y="2273"/>
                  <a:pt x="18164" y="2273"/>
                </a:cubicBezTo>
                <a:cubicBezTo>
                  <a:pt x="17699" y="2273"/>
                  <a:pt x="16534" y="2273"/>
                  <a:pt x="15719" y="4547"/>
                </a:cubicBezTo>
                <a:cubicBezTo>
                  <a:pt x="15137" y="9094"/>
                  <a:pt x="14555" y="13642"/>
                  <a:pt x="14322" y="20463"/>
                </a:cubicBezTo>
                <a:cubicBezTo>
                  <a:pt x="15603" y="27284"/>
                  <a:pt x="16185" y="27284"/>
                  <a:pt x="16534" y="22736"/>
                </a:cubicBezTo>
                <a:cubicBezTo>
                  <a:pt x="15952" y="15915"/>
                  <a:pt x="15021" y="15915"/>
                  <a:pt x="14438" y="15915"/>
                </a:cubicBezTo>
                <a:cubicBezTo>
                  <a:pt x="13740" y="15915"/>
                  <a:pt x="14438" y="18189"/>
                  <a:pt x="15603" y="18189"/>
                </a:cubicBezTo>
                <a:cubicBezTo>
                  <a:pt x="16534" y="18189"/>
                  <a:pt x="17116" y="18189"/>
                  <a:pt x="17699" y="15915"/>
                </a:cubicBezTo>
                <a:cubicBezTo>
                  <a:pt x="18164" y="13642"/>
                  <a:pt x="18980" y="9094"/>
                  <a:pt x="18164" y="9094"/>
                </a:cubicBezTo>
                <a:cubicBezTo>
                  <a:pt x="17116" y="9094"/>
                  <a:pt x="16534" y="13642"/>
                  <a:pt x="15952" y="15915"/>
                </a:cubicBezTo>
                <a:cubicBezTo>
                  <a:pt x="15137" y="15915"/>
                  <a:pt x="14555" y="15915"/>
                  <a:pt x="14089" y="18189"/>
                </a:cubicBezTo>
                <a:cubicBezTo>
                  <a:pt x="13390" y="18189"/>
                  <a:pt x="12226" y="18189"/>
                  <a:pt x="11061" y="18189"/>
                </a:cubicBezTo>
                <a:cubicBezTo>
                  <a:pt x="10246" y="18189"/>
                  <a:pt x="9781" y="18189"/>
                  <a:pt x="10246" y="20463"/>
                </a:cubicBezTo>
                <a:cubicBezTo>
                  <a:pt x="11644" y="22736"/>
                  <a:pt x="12925" y="22736"/>
                  <a:pt x="13623" y="20463"/>
                </a:cubicBezTo>
                <a:cubicBezTo>
                  <a:pt x="13157" y="15915"/>
                  <a:pt x="12109" y="15915"/>
                  <a:pt x="10363" y="15915"/>
                </a:cubicBezTo>
                <a:cubicBezTo>
                  <a:pt x="8733" y="15915"/>
                  <a:pt x="7685" y="18189"/>
                  <a:pt x="7219" y="20463"/>
                </a:cubicBezTo>
                <a:cubicBezTo>
                  <a:pt x="8383" y="22736"/>
                  <a:pt x="9664" y="27284"/>
                  <a:pt x="10945" y="29557"/>
                </a:cubicBezTo>
                <a:cubicBezTo>
                  <a:pt x="11760" y="29557"/>
                  <a:pt x="10479" y="29557"/>
                  <a:pt x="9664" y="31831"/>
                </a:cubicBezTo>
                <a:cubicBezTo>
                  <a:pt x="8500" y="31831"/>
                  <a:pt x="7452" y="29557"/>
                  <a:pt x="6287" y="27284"/>
                </a:cubicBezTo>
                <a:cubicBezTo>
                  <a:pt x="5705" y="27284"/>
                  <a:pt x="5822" y="18189"/>
                  <a:pt x="5123" y="15915"/>
                </a:cubicBezTo>
                <a:cubicBezTo>
                  <a:pt x="4424" y="15915"/>
                  <a:pt x="3609" y="15915"/>
                  <a:pt x="3143" y="15915"/>
                </a:cubicBezTo>
                <a:cubicBezTo>
                  <a:pt x="2678" y="15915"/>
                  <a:pt x="2095" y="15915"/>
                  <a:pt x="1513" y="18189"/>
                </a:cubicBezTo>
                <a:cubicBezTo>
                  <a:pt x="931" y="18189"/>
                  <a:pt x="465" y="15915"/>
                  <a:pt x="0" y="13642"/>
                </a:cubicBezTo>
                <a:cubicBezTo>
                  <a:pt x="232" y="22736"/>
                  <a:pt x="698" y="27284"/>
                  <a:pt x="1513" y="27284"/>
                </a:cubicBezTo>
                <a:cubicBezTo>
                  <a:pt x="2095" y="22736"/>
                  <a:pt x="2794" y="22736"/>
                  <a:pt x="3143" y="18189"/>
                </a:cubicBezTo>
                <a:cubicBezTo>
                  <a:pt x="3609" y="18189"/>
                  <a:pt x="4191" y="15915"/>
                  <a:pt x="5472" y="15915"/>
                </a:cubicBezTo>
                <a:cubicBezTo>
                  <a:pt x="6287" y="15915"/>
                  <a:pt x="7102" y="15915"/>
                  <a:pt x="8034" y="15915"/>
                </a:cubicBezTo>
                <a:cubicBezTo>
                  <a:pt x="8500" y="15915"/>
                  <a:pt x="7452" y="18189"/>
                  <a:pt x="6520" y="20463"/>
                </a:cubicBezTo>
                <a:cubicBezTo>
                  <a:pt x="5822" y="22736"/>
                  <a:pt x="5007" y="27284"/>
                  <a:pt x="4075" y="27284"/>
                </a:cubicBezTo>
                <a:cubicBezTo>
                  <a:pt x="3376" y="27284"/>
                  <a:pt x="2911" y="27284"/>
                  <a:pt x="2445" y="27284"/>
                </a:cubicBezTo>
                <a:cubicBezTo>
                  <a:pt x="2911" y="27284"/>
                  <a:pt x="3376" y="27284"/>
                  <a:pt x="4075" y="22736"/>
                </a:cubicBezTo>
                <a:cubicBezTo>
                  <a:pt x="4890" y="20463"/>
                  <a:pt x="4541" y="15915"/>
                  <a:pt x="3609" y="15915"/>
                </a:cubicBezTo>
                <a:cubicBezTo>
                  <a:pt x="2212" y="15915"/>
                  <a:pt x="698" y="15915"/>
                  <a:pt x="0" y="18189"/>
                </a:cubicBezTo>
                <a:cubicBezTo>
                  <a:pt x="465" y="15915"/>
                  <a:pt x="1513" y="13642"/>
                  <a:pt x="2911" y="9094"/>
                </a:cubicBezTo>
                <a:cubicBezTo>
                  <a:pt x="4075" y="9094"/>
                  <a:pt x="4541" y="6821"/>
                  <a:pt x="6054" y="18189"/>
                </a:cubicBezTo>
                <a:cubicBezTo>
                  <a:pt x="8150" y="20463"/>
                  <a:pt x="10246" y="20463"/>
                  <a:pt x="12226" y="20463"/>
                </a:cubicBezTo>
                <a:cubicBezTo>
                  <a:pt x="14438" y="22736"/>
                  <a:pt x="16534" y="22736"/>
                  <a:pt x="17815" y="22736"/>
                </a:cubicBezTo>
                <a:cubicBezTo>
                  <a:pt x="18281" y="22736"/>
                  <a:pt x="17466" y="20463"/>
                  <a:pt x="16884" y="29557"/>
                </a:cubicBezTo>
              </a:path>
            </a:pathLst>
          </a:custGeom>
          <a:noFill/>
          <a:ln cap="flat" cmpd="sng" w="126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/>
          <p:nvPr/>
        </p:nvSpPr>
        <p:spPr>
          <a:xfrm>
            <a:off x="7341988" y="2206108"/>
            <a:ext cx="6996668" cy="623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Calibri"/>
              <a:buNone/>
            </a:pPr>
            <a:r>
              <a:rPr b="0" i="0" lang="en-US" sz="3900" u="none" cap="none" strike="noStrike">
                <a:solidFill>
                  <a:srgbClr val="1F1E1E"/>
                </a:solidFill>
                <a:latin typeface="Calibri"/>
                <a:ea typeface="Calibri"/>
                <a:cs typeface="Calibri"/>
                <a:sym typeface="Calibri"/>
              </a:rPr>
              <a:t>Analogía: limpiar algebraicamente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7341988" y="3063829"/>
            <a:ext cx="6530102" cy="379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850"/>
              <a:buFont typeface="Calibri"/>
              <a:buNone/>
            </a:pPr>
            <a:r>
              <a:rPr b="0" i="0" lang="en-US" sz="1850" u="none" cap="none" strike="noStrike">
                <a:solidFill>
                  <a:srgbClr val="3B3535"/>
                </a:solidFill>
                <a:latin typeface="Calibri"/>
                <a:ea typeface="Calibri"/>
                <a:cs typeface="Calibri"/>
                <a:sym typeface="Calibri"/>
              </a:rPr>
              <a:t>Piense en que factorizar es como limpiar y simplificar una ecuación algebraica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7341988" y="3994484"/>
            <a:ext cx="6530102" cy="1213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50"/>
              <a:buFont typeface="Calibri"/>
              <a:buChar char="•"/>
            </a:pPr>
            <a:r>
              <a:rPr b="1" i="0" lang="en-US" sz="1450" u="none" cap="none" strike="noStrike">
                <a:solidFill>
                  <a:srgbClr val="3B3535"/>
                </a:solidFill>
                <a:latin typeface="Calibri"/>
                <a:ea typeface="Calibri"/>
                <a:cs typeface="Calibri"/>
                <a:sym typeface="Calibri"/>
              </a:rPr>
              <a:t>Descomponer expresiones</a:t>
            </a:r>
            <a:endParaRPr b="1" i="0" sz="1450" u="none" cap="none" strike="noStrike">
              <a:solidFill>
                <a:srgbClr val="3B3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50"/>
              <a:buFont typeface="Calibri"/>
              <a:buChar char="•"/>
            </a:pPr>
            <a:r>
              <a:rPr b="1" i="0" lang="en-US" sz="1450" u="none" cap="none" strike="noStrike">
                <a:solidFill>
                  <a:srgbClr val="3B3535"/>
                </a:solidFill>
                <a:latin typeface="Calibri"/>
                <a:ea typeface="Calibri"/>
                <a:cs typeface="Calibri"/>
                <a:sym typeface="Calibri"/>
              </a:rPr>
              <a:t>Escribirlas como multiplicación</a:t>
            </a:r>
            <a:endParaRPr b="1" i="0" sz="1450" u="none" cap="none" strike="noStrike">
              <a:solidFill>
                <a:srgbClr val="3B3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50"/>
              <a:buFont typeface="Calibri"/>
              <a:buChar char="•"/>
            </a:pPr>
            <a:r>
              <a:rPr b="1" i="0" lang="en-US" sz="1450" u="none" cap="none" strike="noStrike">
                <a:solidFill>
                  <a:srgbClr val="3B3535"/>
                </a:solidFill>
                <a:latin typeface="Calibri"/>
                <a:ea typeface="Calibri"/>
                <a:cs typeface="Calibri"/>
                <a:sym typeface="Calibri"/>
              </a:rPr>
              <a:t>Mantener los mismos valores originales pero ordenaditos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0825" lvl="0" marL="34290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450"/>
              <a:buFont typeface="Calibri"/>
              <a:buNone/>
            </a:pPr>
            <a:r>
              <a:t/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7341989" y="5132846"/>
            <a:ext cx="6530102" cy="758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</a:pPr>
            <a:r>
              <a:rPr b="1" i="0" lang="en-US" sz="1850" u="none" cap="none" strike="noStrike">
                <a:solidFill>
                  <a:srgbClr val="DA1B2E"/>
                </a:solidFill>
                <a:latin typeface="Calibri"/>
                <a:ea typeface="Calibri"/>
                <a:cs typeface="Calibri"/>
                <a:sym typeface="Calibri"/>
              </a:rPr>
              <a:t>Si la ecuación es más pequeña y legible resulta más sencilla de seguir trabajando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181499" y="7750342"/>
            <a:ext cx="3459078" cy="230605"/>
          </a:xfrm>
          <a:custGeom>
            <a:rect b="b" l="l" r="r" t="t"/>
            <a:pathLst>
              <a:path extrusionOk="0" fill="none" h="43200" w="43200">
                <a:moveTo>
                  <a:pt x="1001" y="7513"/>
                </a:moveTo>
                <a:cubicBezTo>
                  <a:pt x="1001" y="16904"/>
                  <a:pt x="751" y="11269"/>
                  <a:pt x="250" y="15026"/>
                </a:cubicBezTo>
                <a:cubicBezTo>
                  <a:pt x="375" y="7513"/>
                  <a:pt x="250" y="15026"/>
                  <a:pt x="0" y="22539"/>
                </a:cubicBezTo>
                <a:cubicBezTo>
                  <a:pt x="250" y="15026"/>
                  <a:pt x="250" y="7513"/>
                  <a:pt x="125" y="18782"/>
                </a:cubicBezTo>
                <a:cubicBezTo>
                  <a:pt x="125" y="26295"/>
                  <a:pt x="1001" y="28173"/>
                  <a:pt x="1878" y="28173"/>
                </a:cubicBezTo>
                <a:cubicBezTo>
                  <a:pt x="3005" y="28173"/>
                  <a:pt x="3881" y="28173"/>
                  <a:pt x="4507" y="22539"/>
                </a:cubicBezTo>
                <a:cubicBezTo>
                  <a:pt x="3631" y="20660"/>
                  <a:pt x="3005" y="26295"/>
                  <a:pt x="2504" y="37565"/>
                </a:cubicBezTo>
                <a:cubicBezTo>
                  <a:pt x="3506" y="37565"/>
                  <a:pt x="4006" y="30052"/>
                  <a:pt x="4758" y="22539"/>
                </a:cubicBezTo>
                <a:cubicBezTo>
                  <a:pt x="5133" y="16904"/>
                  <a:pt x="5008" y="9391"/>
                  <a:pt x="4382" y="9391"/>
                </a:cubicBezTo>
                <a:cubicBezTo>
                  <a:pt x="3631" y="15026"/>
                  <a:pt x="3255" y="20660"/>
                  <a:pt x="3130" y="28173"/>
                </a:cubicBezTo>
                <a:cubicBezTo>
                  <a:pt x="3631" y="30052"/>
                  <a:pt x="4382" y="30052"/>
                  <a:pt x="5384" y="26295"/>
                </a:cubicBezTo>
                <a:cubicBezTo>
                  <a:pt x="6135" y="22539"/>
                  <a:pt x="6636" y="18782"/>
                  <a:pt x="5634" y="16904"/>
                </a:cubicBezTo>
                <a:cubicBezTo>
                  <a:pt x="4507" y="16904"/>
                  <a:pt x="3506" y="20660"/>
                  <a:pt x="2754" y="22539"/>
                </a:cubicBezTo>
                <a:cubicBezTo>
                  <a:pt x="3506" y="20660"/>
                  <a:pt x="2880" y="16904"/>
                  <a:pt x="2253" y="20660"/>
                </a:cubicBezTo>
                <a:cubicBezTo>
                  <a:pt x="1753" y="26295"/>
                  <a:pt x="1502" y="31930"/>
                  <a:pt x="2379" y="28173"/>
                </a:cubicBezTo>
                <a:cubicBezTo>
                  <a:pt x="2754" y="22539"/>
                  <a:pt x="2754" y="15026"/>
                  <a:pt x="2379" y="18782"/>
                </a:cubicBezTo>
                <a:cubicBezTo>
                  <a:pt x="1627" y="26295"/>
                  <a:pt x="1502" y="33808"/>
                  <a:pt x="1753" y="39443"/>
                </a:cubicBezTo>
                <a:cubicBezTo>
                  <a:pt x="3005" y="39443"/>
                  <a:pt x="4382" y="39443"/>
                  <a:pt x="5885" y="39443"/>
                </a:cubicBezTo>
                <a:cubicBezTo>
                  <a:pt x="7137" y="33808"/>
                  <a:pt x="7638" y="31930"/>
                  <a:pt x="6886" y="33808"/>
                </a:cubicBezTo>
                <a:cubicBezTo>
                  <a:pt x="7638" y="39443"/>
                  <a:pt x="8640" y="39443"/>
                  <a:pt x="10142" y="37565"/>
                </a:cubicBezTo>
                <a:cubicBezTo>
                  <a:pt x="11019" y="37565"/>
                  <a:pt x="11519" y="37565"/>
                  <a:pt x="11144" y="33808"/>
                </a:cubicBezTo>
                <a:cubicBezTo>
                  <a:pt x="10393" y="33808"/>
                  <a:pt x="10017" y="37565"/>
                  <a:pt x="9516" y="43200"/>
                </a:cubicBezTo>
                <a:cubicBezTo>
                  <a:pt x="10393" y="39443"/>
                  <a:pt x="10893" y="33808"/>
                  <a:pt x="11019" y="22539"/>
                </a:cubicBezTo>
                <a:cubicBezTo>
                  <a:pt x="10267" y="18782"/>
                  <a:pt x="9391" y="18782"/>
                  <a:pt x="8640" y="26295"/>
                </a:cubicBezTo>
                <a:cubicBezTo>
                  <a:pt x="8139" y="31930"/>
                  <a:pt x="9015" y="37565"/>
                  <a:pt x="10017" y="31930"/>
                </a:cubicBezTo>
                <a:cubicBezTo>
                  <a:pt x="10768" y="26295"/>
                  <a:pt x="11019" y="20660"/>
                  <a:pt x="10267" y="16904"/>
                </a:cubicBezTo>
                <a:cubicBezTo>
                  <a:pt x="9391" y="18782"/>
                  <a:pt x="8139" y="22539"/>
                  <a:pt x="7387" y="30052"/>
                </a:cubicBezTo>
                <a:cubicBezTo>
                  <a:pt x="8013" y="30052"/>
                  <a:pt x="8890" y="22539"/>
                  <a:pt x="9641" y="16904"/>
                </a:cubicBezTo>
                <a:cubicBezTo>
                  <a:pt x="10142" y="9391"/>
                  <a:pt x="9391" y="5634"/>
                  <a:pt x="8514" y="7513"/>
                </a:cubicBezTo>
                <a:cubicBezTo>
                  <a:pt x="7638" y="11269"/>
                  <a:pt x="7513" y="18782"/>
                  <a:pt x="8013" y="18782"/>
                </a:cubicBezTo>
                <a:cubicBezTo>
                  <a:pt x="8765" y="16904"/>
                  <a:pt x="10017" y="15026"/>
                  <a:pt x="11019" y="9391"/>
                </a:cubicBezTo>
                <a:cubicBezTo>
                  <a:pt x="11519" y="5634"/>
                  <a:pt x="10393" y="7513"/>
                  <a:pt x="9641" y="15026"/>
                </a:cubicBezTo>
                <a:cubicBezTo>
                  <a:pt x="9516" y="22539"/>
                  <a:pt x="10893" y="26295"/>
                  <a:pt x="11645" y="18782"/>
                </a:cubicBezTo>
                <a:cubicBezTo>
                  <a:pt x="12271" y="15026"/>
                  <a:pt x="11269" y="15026"/>
                  <a:pt x="11019" y="20660"/>
                </a:cubicBezTo>
                <a:cubicBezTo>
                  <a:pt x="11645" y="22539"/>
                  <a:pt x="12521" y="22539"/>
                  <a:pt x="13398" y="16904"/>
                </a:cubicBezTo>
                <a:cubicBezTo>
                  <a:pt x="14149" y="11269"/>
                  <a:pt x="13273" y="11269"/>
                  <a:pt x="12521" y="18782"/>
                </a:cubicBezTo>
                <a:cubicBezTo>
                  <a:pt x="12271" y="26295"/>
                  <a:pt x="13022" y="28173"/>
                  <a:pt x="13773" y="26295"/>
                </a:cubicBezTo>
                <a:cubicBezTo>
                  <a:pt x="14650" y="22539"/>
                  <a:pt x="15276" y="20660"/>
                  <a:pt x="14650" y="18782"/>
                </a:cubicBezTo>
                <a:cubicBezTo>
                  <a:pt x="13773" y="18782"/>
                  <a:pt x="13022" y="20660"/>
                  <a:pt x="13273" y="26295"/>
                </a:cubicBezTo>
                <a:cubicBezTo>
                  <a:pt x="14149" y="26295"/>
                  <a:pt x="15151" y="22539"/>
                  <a:pt x="15777" y="18782"/>
                </a:cubicBezTo>
                <a:cubicBezTo>
                  <a:pt x="15401" y="15026"/>
                  <a:pt x="14775" y="15026"/>
                  <a:pt x="14400" y="18782"/>
                </a:cubicBezTo>
                <a:cubicBezTo>
                  <a:pt x="15026" y="20660"/>
                  <a:pt x="15777" y="18782"/>
                  <a:pt x="16528" y="15026"/>
                </a:cubicBezTo>
                <a:cubicBezTo>
                  <a:pt x="17280" y="9391"/>
                  <a:pt x="16153" y="9391"/>
                  <a:pt x="15526" y="16904"/>
                </a:cubicBezTo>
                <a:cubicBezTo>
                  <a:pt x="15777" y="22539"/>
                  <a:pt x="16278" y="22539"/>
                  <a:pt x="17405" y="20660"/>
                </a:cubicBezTo>
                <a:cubicBezTo>
                  <a:pt x="18657" y="16904"/>
                  <a:pt x="19659" y="11269"/>
                  <a:pt x="20160" y="9391"/>
                </a:cubicBezTo>
                <a:cubicBezTo>
                  <a:pt x="19033" y="11269"/>
                  <a:pt x="18281" y="16904"/>
                  <a:pt x="17906" y="22539"/>
                </a:cubicBezTo>
                <a:cubicBezTo>
                  <a:pt x="18657" y="28173"/>
                  <a:pt x="19408" y="26295"/>
                  <a:pt x="20160" y="20660"/>
                </a:cubicBezTo>
                <a:cubicBezTo>
                  <a:pt x="20535" y="16904"/>
                  <a:pt x="19784" y="11269"/>
                  <a:pt x="19158" y="11269"/>
                </a:cubicBezTo>
                <a:cubicBezTo>
                  <a:pt x="18782" y="16904"/>
                  <a:pt x="18657" y="26295"/>
                  <a:pt x="19158" y="26295"/>
                </a:cubicBezTo>
                <a:cubicBezTo>
                  <a:pt x="20285" y="22539"/>
                  <a:pt x="21286" y="18782"/>
                  <a:pt x="22413" y="11269"/>
                </a:cubicBezTo>
                <a:cubicBezTo>
                  <a:pt x="23040" y="7513"/>
                  <a:pt x="22038" y="5634"/>
                  <a:pt x="21787" y="11269"/>
                </a:cubicBezTo>
                <a:cubicBezTo>
                  <a:pt x="21537" y="18782"/>
                  <a:pt x="21537" y="28173"/>
                  <a:pt x="22413" y="26295"/>
                </a:cubicBezTo>
                <a:cubicBezTo>
                  <a:pt x="23415" y="20660"/>
                  <a:pt x="24041" y="18782"/>
                  <a:pt x="22789" y="20660"/>
                </a:cubicBezTo>
                <a:cubicBezTo>
                  <a:pt x="22664" y="31930"/>
                  <a:pt x="23666" y="33808"/>
                  <a:pt x="24542" y="31930"/>
                </a:cubicBezTo>
                <a:cubicBezTo>
                  <a:pt x="25168" y="26295"/>
                  <a:pt x="25419" y="20660"/>
                  <a:pt x="24542" y="15026"/>
                </a:cubicBezTo>
                <a:cubicBezTo>
                  <a:pt x="23666" y="15026"/>
                  <a:pt x="23040" y="18782"/>
                  <a:pt x="23415" y="26295"/>
                </a:cubicBezTo>
                <a:cubicBezTo>
                  <a:pt x="24417" y="26295"/>
                  <a:pt x="25419" y="20660"/>
                  <a:pt x="26170" y="16904"/>
                </a:cubicBezTo>
                <a:cubicBezTo>
                  <a:pt x="26671" y="11269"/>
                  <a:pt x="25920" y="11269"/>
                  <a:pt x="25293" y="15026"/>
                </a:cubicBezTo>
                <a:cubicBezTo>
                  <a:pt x="24918" y="18782"/>
                  <a:pt x="25419" y="18782"/>
                  <a:pt x="26170" y="18782"/>
                </a:cubicBezTo>
                <a:cubicBezTo>
                  <a:pt x="26921" y="15026"/>
                  <a:pt x="27422" y="9391"/>
                  <a:pt x="26796" y="5634"/>
                </a:cubicBezTo>
                <a:cubicBezTo>
                  <a:pt x="26420" y="9391"/>
                  <a:pt x="26295" y="18782"/>
                  <a:pt x="26671" y="26295"/>
                </a:cubicBezTo>
                <a:cubicBezTo>
                  <a:pt x="27422" y="26295"/>
                  <a:pt x="28173" y="22539"/>
                  <a:pt x="29050" y="18782"/>
                </a:cubicBezTo>
                <a:cubicBezTo>
                  <a:pt x="29676" y="15026"/>
                  <a:pt x="29175" y="9391"/>
                  <a:pt x="28549" y="11269"/>
                </a:cubicBezTo>
                <a:cubicBezTo>
                  <a:pt x="28048" y="18782"/>
                  <a:pt x="29050" y="22539"/>
                  <a:pt x="30177" y="16904"/>
                </a:cubicBezTo>
                <a:cubicBezTo>
                  <a:pt x="30678" y="11269"/>
                  <a:pt x="31805" y="5634"/>
                  <a:pt x="32055" y="0"/>
                </a:cubicBezTo>
                <a:cubicBezTo>
                  <a:pt x="30678" y="5634"/>
                  <a:pt x="30302" y="9391"/>
                  <a:pt x="30177" y="18782"/>
                </a:cubicBezTo>
                <a:cubicBezTo>
                  <a:pt x="30177" y="26295"/>
                  <a:pt x="31304" y="26295"/>
                  <a:pt x="31930" y="20660"/>
                </a:cubicBezTo>
                <a:cubicBezTo>
                  <a:pt x="32806" y="18782"/>
                  <a:pt x="33433" y="15026"/>
                  <a:pt x="32431" y="11269"/>
                </a:cubicBezTo>
                <a:cubicBezTo>
                  <a:pt x="31805" y="16904"/>
                  <a:pt x="31930" y="28173"/>
                  <a:pt x="32806" y="28173"/>
                </a:cubicBezTo>
                <a:cubicBezTo>
                  <a:pt x="33808" y="28173"/>
                  <a:pt x="34309" y="22539"/>
                  <a:pt x="34560" y="16904"/>
                </a:cubicBezTo>
                <a:cubicBezTo>
                  <a:pt x="33808" y="15026"/>
                  <a:pt x="33182" y="15026"/>
                  <a:pt x="32681" y="16904"/>
                </a:cubicBezTo>
                <a:cubicBezTo>
                  <a:pt x="33057" y="22539"/>
                  <a:pt x="33808" y="22539"/>
                  <a:pt x="34560" y="20660"/>
                </a:cubicBezTo>
                <a:cubicBezTo>
                  <a:pt x="35060" y="16904"/>
                  <a:pt x="35436" y="11269"/>
                  <a:pt x="34935" y="9391"/>
                </a:cubicBezTo>
                <a:cubicBezTo>
                  <a:pt x="34560" y="15026"/>
                  <a:pt x="34309" y="20660"/>
                  <a:pt x="34685" y="28173"/>
                </a:cubicBezTo>
                <a:cubicBezTo>
                  <a:pt x="35436" y="28173"/>
                  <a:pt x="36187" y="26295"/>
                  <a:pt x="36813" y="20660"/>
                </a:cubicBezTo>
                <a:cubicBezTo>
                  <a:pt x="36438" y="16904"/>
                  <a:pt x="36062" y="26295"/>
                  <a:pt x="36813" y="30052"/>
                </a:cubicBezTo>
                <a:cubicBezTo>
                  <a:pt x="37440" y="26295"/>
                  <a:pt x="37940" y="18782"/>
                  <a:pt x="38316" y="15026"/>
                </a:cubicBezTo>
                <a:cubicBezTo>
                  <a:pt x="37940" y="11269"/>
                  <a:pt x="37440" y="18782"/>
                  <a:pt x="37189" y="26295"/>
                </a:cubicBezTo>
                <a:cubicBezTo>
                  <a:pt x="38191" y="22539"/>
                  <a:pt x="39067" y="18782"/>
                  <a:pt x="39819" y="11269"/>
                </a:cubicBezTo>
                <a:cubicBezTo>
                  <a:pt x="40570" y="7513"/>
                  <a:pt x="40069" y="5634"/>
                  <a:pt x="39693" y="11269"/>
                </a:cubicBezTo>
                <a:cubicBezTo>
                  <a:pt x="39318" y="18782"/>
                  <a:pt x="39193" y="26295"/>
                  <a:pt x="39944" y="30052"/>
                </a:cubicBezTo>
                <a:cubicBezTo>
                  <a:pt x="40445" y="22539"/>
                  <a:pt x="40695" y="16904"/>
                  <a:pt x="39944" y="22539"/>
                </a:cubicBezTo>
                <a:cubicBezTo>
                  <a:pt x="39568" y="31930"/>
                  <a:pt x="40069" y="33808"/>
                  <a:pt x="40570" y="30052"/>
                </a:cubicBezTo>
                <a:cubicBezTo>
                  <a:pt x="41071" y="20660"/>
                  <a:pt x="41446" y="28173"/>
                  <a:pt x="42198" y="28173"/>
                </a:cubicBezTo>
                <a:cubicBezTo>
                  <a:pt x="42699" y="22539"/>
                  <a:pt x="43200" y="20660"/>
                  <a:pt x="42198" y="20660"/>
                </a:cubicBezTo>
                <a:cubicBezTo>
                  <a:pt x="42073" y="28173"/>
                  <a:pt x="42573" y="20660"/>
                  <a:pt x="42573" y="9391"/>
                </a:cubicBezTo>
                <a:quadBezTo>
                  <a:pt x="41947" y="5634"/>
                  <a:pt x="41446" y="9391"/>
                </a:quadBezTo>
              </a:path>
            </a:pathLst>
          </a:custGeom>
          <a:noFill/>
          <a:ln cap="flat" cmpd="sng" w="126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1364776" y="3555456"/>
            <a:ext cx="1228328" cy="905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3003849" y="3675871"/>
            <a:ext cx="183636" cy="305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4739824" y="3721771"/>
            <a:ext cx="906484" cy="518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2881846" y="3805570"/>
            <a:ext cx="1564104" cy="3509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A1B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171473" y="7860631"/>
            <a:ext cx="3298657" cy="180473"/>
          </a:xfrm>
          <a:custGeom>
            <a:rect b="b" l="l" r="r" t="t"/>
            <a:pathLst>
              <a:path extrusionOk="0" fill="none" h="43200" w="43200">
                <a:moveTo>
                  <a:pt x="1838" y="4799"/>
                </a:moveTo>
                <a:cubicBezTo>
                  <a:pt x="1575" y="14400"/>
                  <a:pt x="1181" y="21599"/>
                  <a:pt x="919" y="28799"/>
                </a:cubicBezTo>
                <a:cubicBezTo>
                  <a:pt x="393" y="31200"/>
                  <a:pt x="0" y="35999"/>
                  <a:pt x="919" y="43200"/>
                </a:cubicBezTo>
                <a:cubicBezTo>
                  <a:pt x="1838" y="43200"/>
                  <a:pt x="3413" y="43200"/>
                  <a:pt x="4858" y="40799"/>
                </a:cubicBezTo>
                <a:cubicBezTo>
                  <a:pt x="6827" y="40799"/>
                  <a:pt x="8666" y="40799"/>
                  <a:pt x="9848" y="40799"/>
                </a:cubicBezTo>
                <a:cubicBezTo>
                  <a:pt x="10373" y="35999"/>
                  <a:pt x="10898" y="35999"/>
                  <a:pt x="11555" y="40799"/>
                </a:cubicBezTo>
                <a:cubicBezTo>
                  <a:pt x="12211" y="43200"/>
                  <a:pt x="12868" y="43200"/>
                  <a:pt x="13655" y="43200"/>
                </a:cubicBezTo>
                <a:cubicBezTo>
                  <a:pt x="14443" y="43200"/>
                  <a:pt x="15625" y="43200"/>
                  <a:pt x="16807" y="43200"/>
                </a:cubicBezTo>
                <a:cubicBezTo>
                  <a:pt x="17726" y="43200"/>
                  <a:pt x="18251" y="33599"/>
                  <a:pt x="18908" y="33599"/>
                </a:cubicBezTo>
                <a:cubicBezTo>
                  <a:pt x="19433" y="35999"/>
                  <a:pt x="20221" y="35999"/>
                  <a:pt x="20615" y="31200"/>
                </a:cubicBezTo>
                <a:cubicBezTo>
                  <a:pt x="19696" y="31200"/>
                  <a:pt x="18251" y="31200"/>
                  <a:pt x="16807" y="31200"/>
                </a:cubicBezTo>
                <a:cubicBezTo>
                  <a:pt x="15494" y="33599"/>
                  <a:pt x="14049" y="33599"/>
                  <a:pt x="12474" y="31200"/>
                </a:cubicBezTo>
                <a:cubicBezTo>
                  <a:pt x="11686" y="28799"/>
                  <a:pt x="12211" y="21599"/>
                  <a:pt x="13262" y="16799"/>
                </a:cubicBezTo>
                <a:cubicBezTo>
                  <a:pt x="13787" y="16799"/>
                  <a:pt x="14706" y="16799"/>
                  <a:pt x="15625" y="16799"/>
                </a:cubicBezTo>
                <a:cubicBezTo>
                  <a:pt x="16938" y="16799"/>
                  <a:pt x="17726" y="16799"/>
                  <a:pt x="18908" y="16799"/>
                </a:cubicBezTo>
                <a:cubicBezTo>
                  <a:pt x="19696" y="16799"/>
                  <a:pt x="20483" y="16799"/>
                  <a:pt x="21271" y="16799"/>
                </a:cubicBezTo>
                <a:cubicBezTo>
                  <a:pt x="22847" y="16799"/>
                  <a:pt x="24423" y="19200"/>
                  <a:pt x="25867" y="19200"/>
                </a:cubicBezTo>
                <a:cubicBezTo>
                  <a:pt x="27049" y="19200"/>
                  <a:pt x="28099" y="19200"/>
                  <a:pt x="29150" y="16799"/>
                </a:cubicBezTo>
                <a:cubicBezTo>
                  <a:pt x="29675" y="16799"/>
                  <a:pt x="30463" y="16799"/>
                  <a:pt x="31251" y="16799"/>
                </a:cubicBezTo>
                <a:cubicBezTo>
                  <a:pt x="31776" y="14400"/>
                  <a:pt x="32564" y="11999"/>
                  <a:pt x="33614" y="11999"/>
                </a:cubicBezTo>
                <a:cubicBezTo>
                  <a:pt x="34533" y="11999"/>
                  <a:pt x="35584" y="11999"/>
                  <a:pt x="35978" y="7200"/>
                </a:cubicBezTo>
                <a:cubicBezTo>
                  <a:pt x="36503" y="7200"/>
                  <a:pt x="37159" y="7200"/>
                  <a:pt x="37947" y="2400"/>
                </a:cubicBezTo>
                <a:cubicBezTo>
                  <a:pt x="38998" y="2400"/>
                  <a:pt x="39786" y="2400"/>
                  <a:pt x="40442" y="2400"/>
                </a:cubicBezTo>
                <a:cubicBezTo>
                  <a:pt x="40967" y="2400"/>
                  <a:pt x="41624" y="0"/>
                  <a:pt x="42543" y="2400"/>
                </a:cubicBezTo>
                <a:cubicBezTo>
                  <a:pt x="43200" y="2400"/>
                  <a:pt x="42674" y="2400"/>
                  <a:pt x="41755" y="14400"/>
                </a:cubicBezTo>
                <a:cubicBezTo>
                  <a:pt x="41230" y="21599"/>
                  <a:pt x="40836" y="26400"/>
                  <a:pt x="40311" y="26400"/>
                </a:cubicBezTo>
                <a:cubicBezTo>
                  <a:pt x="39392" y="26400"/>
                  <a:pt x="38604" y="26400"/>
                  <a:pt x="38079" y="28799"/>
                </a:cubicBezTo>
                <a:cubicBezTo>
                  <a:pt x="37422" y="28799"/>
                  <a:pt x="36897" y="28799"/>
                  <a:pt x="36372" y="28799"/>
                </a:cubicBezTo>
                <a:cubicBezTo>
                  <a:pt x="35190" y="28799"/>
                  <a:pt x="34271" y="28799"/>
                  <a:pt x="33745" y="28799"/>
                </a:cubicBezTo>
                <a:cubicBezTo>
                  <a:pt x="33089" y="28799"/>
                  <a:pt x="32301" y="28799"/>
                  <a:pt x="31776" y="31200"/>
                </a:cubicBezTo>
                <a:lnTo>
                  <a:pt x="31251" y="31200"/>
                </a:lnTo>
              </a:path>
            </a:pathLst>
          </a:custGeom>
          <a:noFill/>
          <a:ln cap="flat" cmpd="sng" w="126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233330" y="232613"/>
            <a:ext cx="6996668" cy="623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Calibri"/>
              <a:buNone/>
            </a:pPr>
            <a:r>
              <a:rPr b="0" i="0" lang="en-US" sz="3900" u="none" cap="none" strike="noStrike">
                <a:solidFill>
                  <a:srgbClr val="1F1E1E"/>
                </a:solidFill>
                <a:latin typeface="Calibri"/>
                <a:ea typeface="Calibri"/>
                <a:cs typeface="Calibri"/>
                <a:sym typeface="Calibri"/>
              </a:rPr>
              <a:t>Ejercicio 1: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4253883" y="5343398"/>
            <a:ext cx="6530101" cy="758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</a:pPr>
            <a:r>
              <a:t/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181499" y="7750342"/>
            <a:ext cx="3459078" cy="230605"/>
          </a:xfrm>
          <a:custGeom>
            <a:rect b="b" l="l" r="r" t="t"/>
            <a:pathLst>
              <a:path extrusionOk="0" fill="none" h="43200" w="43200">
                <a:moveTo>
                  <a:pt x="1001" y="7513"/>
                </a:moveTo>
                <a:cubicBezTo>
                  <a:pt x="1001" y="16904"/>
                  <a:pt x="751" y="11269"/>
                  <a:pt x="250" y="15026"/>
                </a:cubicBezTo>
                <a:cubicBezTo>
                  <a:pt x="375" y="7513"/>
                  <a:pt x="250" y="15026"/>
                  <a:pt x="0" y="22539"/>
                </a:cubicBezTo>
                <a:cubicBezTo>
                  <a:pt x="250" y="15026"/>
                  <a:pt x="250" y="7513"/>
                  <a:pt x="125" y="18782"/>
                </a:cubicBezTo>
                <a:cubicBezTo>
                  <a:pt x="125" y="26295"/>
                  <a:pt x="1001" y="28173"/>
                  <a:pt x="1878" y="28173"/>
                </a:cubicBezTo>
                <a:cubicBezTo>
                  <a:pt x="3005" y="28173"/>
                  <a:pt x="3881" y="28173"/>
                  <a:pt x="4507" y="22539"/>
                </a:cubicBezTo>
                <a:cubicBezTo>
                  <a:pt x="3631" y="20660"/>
                  <a:pt x="3005" y="26295"/>
                  <a:pt x="2504" y="37565"/>
                </a:cubicBezTo>
                <a:cubicBezTo>
                  <a:pt x="3506" y="37565"/>
                  <a:pt x="4006" y="30052"/>
                  <a:pt x="4758" y="22539"/>
                </a:cubicBezTo>
                <a:cubicBezTo>
                  <a:pt x="5133" y="16904"/>
                  <a:pt x="5008" y="9391"/>
                  <a:pt x="4382" y="9391"/>
                </a:cubicBezTo>
                <a:cubicBezTo>
                  <a:pt x="3631" y="15026"/>
                  <a:pt x="3255" y="20660"/>
                  <a:pt x="3130" y="28173"/>
                </a:cubicBezTo>
                <a:cubicBezTo>
                  <a:pt x="3631" y="30052"/>
                  <a:pt x="4382" y="30052"/>
                  <a:pt x="5384" y="26295"/>
                </a:cubicBezTo>
                <a:cubicBezTo>
                  <a:pt x="6135" y="22539"/>
                  <a:pt x="6636" y="18782"/>
                  <a:pt x="5634" y="16904"/>
                </a:cubicBezTo>
                <a:cubicBezTo>
                  <a:pt x="4507" y="16904"/>
                  <a:pt x="3506" y="20660"/>
                  <a:pt x="2754" y="22539"/>
                </a:cubicBezTo>
                <a:cubicBezTo>
                  <a:pt x="3506" y="20660"/>
                  <a:pt x="2880" y="16904"/>
                  <a:pt x="2253" y="20660"/>
                </a:cubicBezTo>
                <a:cubicBezTo>
                  <a:pt x="1753" y="26295"/>
                  <a:pt x="1502" y="31930"/>
                  <a:pt x="2379" y="28173"/>
                </a:cubicBezTo>
                <a:cubicBezTo>
                  <a:pt x="2754" y="22539"/>
                  <a:pt x="2754" y="15026"/>
                  <a:pt x="2379" y="18782"/>
                </a:cubicBezTo>
                <a:cubicBezTo>
                  <a:pt x="1627" y="26295"/>
                  <a:pt x="1502" y="33808"/>
                  <a:pt x="1753" y="39443"/>
                </a:cubicBezTo>
                <a:cubicBezTo>
                  <a:pt x="3005" y="39443"/>
                  <a:pt x="4382" y="39443"/>
                  <a:pt x="5885" y="39443"/>
                </a:cubicBezTo>
                <a:cubicBezTo>
                  <a:pt x="7137" y="33808"/>
                  <a:pt x="7638" y="31930"/>
                  <a:pt x="6886" y="33808"/>
                </a:cubicBezTo>
                <a:cubicBezTo>
                  <a:pt x="7638" y="39443"/>
                  <a:pt x="8640" y="39443"/>
                  <a:pt x="10142" y="37565"/>
                </a:cubicBezTo>
                <a:cubicBezTo>
                  <a:pt x="11019" y="37565"/>
                  <a:pt x="11519" y="37565"/>
                  <a:pt x="11144" y="33808"/>
                </a:cubicBezTo>
                <a:cubicBezTo>
                  <a:pt x="10393" y="33808"/>
                  <a:pt x="10017" y="37565"/>
                  <a:pt x="9516" y="43200"/>
                </a:cubicBezTo>
                <a:cubicBezTo>
                  <a:pt x="10393" y="39443"/>
                  <a:pt x="10893" y="33808"/>
                  <a:pt x="11019" y="22539"/>
                </a:cubicBezTo>
                <a:cubicBezTo>
                  <a:pt x="10267" y="18782"/>
                  <a:pt x="9391" y="18782"/>
                  <a:pt x="8640" y="26295"/>
                </a:cubicBezTo>
                <a:cubicBezTo>
                  <a:pt x="8139" y="31930"/>
                  <a:pt x="9015" y="37565"/>
                  <a:pt x="10017" y="31930"/>
                </a:cubicBezTo>
                <a:cubicBezTo>
                  <a:pt x="10768" y="26295"/>
                  <a:pt x="11019" y="20660"/>
                  <a:pt x="10267" y="16904"/>
                </a:cubicBezTo>
                <a:cubicBezTo>
                  <a:pt x="9391" y="18782"/>
                  <a:pt x="8139" y="22539"/>
                  <a:pt x="7387" y="30052"/>
                </a:cubicBezTo>
                <a:cubicBezTo>
                  <a:pt x="8013" y="30052"/>
                  <a:pt x="8890" y="22539"/>
                  <a:pt x="9641" y="16904"/>
                </a:cubicBezTo>
                <a:cubicBezTo>
                  <a:pt x="10142" y="9391"/>
                  <a:pt x="9391" y="5634"/>
                  <a:pt x="8514" y="7513"/>
                </a:cubicBezTo>
                <a:cubicBezTo>
                  <a:pt x="7638" y="11269"/>
                  <a:pt x="7513" y="18782"/>
                  <a:pt x="8013" y="18782"/>
                </a:cubicBezTo>
                <a:cubicBezTo>
                  <a:pt x="8765" y="16904"/>
                  <a:pt x="10017" y="15026"/>
                  <a:pt x="11019" y="9391"/>
                </a:cubicBezTo>
                <a:cubicBezTo>
                  <a:pt x="11519" y="5634"/>
                  <a:pt x="10393" y="7513"/>
                  <a:pt x="9641" y="15026"/>
                </a:cubicBezTo>
                <a:cubicBezTo>
                  <a:pt x="9516" y="22539"/>
                  <a:pt x="10893" y="26295"/>
                  <a:pt x="11645" y="18782"/>
                </a:cubicBezTo>
                <a:cubicBezTo>
                  <a:pt x="12271" y="15026"/>
                  <a:pt x="11269" y="15026"/>
                  <a:pt x="11019" y="20660"/>
                </a:cubicBezTo>
                <a:cubicBezTo>
                  <a:pt x="11645" y="22539"/>
                  <a:pt x="12521" y="22539"/>
                  <a:pt x="13398" y="16904"/>
                </a:cubicBezTo>
                <a:cubicBezTo>
                  <a:pt x="14149" y="11269"/>
                  <a:pt x="13273" y="11269"/>
                  <a:pt x="12521" y="18782"/>
                </a:cubicBezTo>
                <a:cubicBezTo>
                  <a:pt x="12271" y="26295"/>
                  <a:pt x="13022" y="28173"/>
                  <a:pt x="13773" y="26295"/>
                </a:cubicBezTo>
                <a:cubicBezTo>
                  <a:pt x="14650" y="22539"/>
                  <a:pt x="15276" y="20660"/>
                  <a:pt x="14650" y="18782"/>
                </a:cubicBezTo>
                <a:cubicBezTo>
                  <a:pt x="13773" y="18782"/>
                  <a:pt x="13022" y="20660"/>
                  <a:pt x="13273" y="26295"/>
                </a:cubicBezTo>
                <a:cubicBezTo>
                  <a:pt x="14149" y="26295"/>
                  <a:pt x="15151" y="22539"/>
                  <a:pt x="15777" y="18782"/>
                </a:cubicBezTo>
                <a:cubicBezTo>
                  <a:pt x="15401" y="15026"/>
                  <a:pt x="14775" y="15026"/>
                  <a:pt x="14400" y="18782"/>
                </a:cubicBezTo>
                <a:cubicBezTo>
                  <a:pt x="15026" y="20660"/>
                  <a:pt x="15777" y="18782"/>
                  <a:pt x="16528" y="15026"/>
                </a:cubicBezTo>
                <a:cubicBezTo>
                  <a:pt x="17280" y="9391"/>
                  <a:pt x="16153" y="9391"/>
                  <a:pt x="15526" y="16904"/>
                </a:cubicBezTo>
                <a:cubicBezTo>
                  <a:pt x="15777" y="22539"/>
                  <a:pt x="16278" y="22539"/>
                  <a:pt x="17405" y="20660"/>
                </a:cubicBezTo>
                <a:cubicBezTo>
                  <a:pt x="18657" y="16904"/>
                  <a:pt x="19659" y="11269"/>
                  <a:pt x="20160" y="9391"/>
                </a:cubicBezTo>
                <a:cubicBezTo>
                  <a:pt x="19033" y="11269"/>
                  <a:pt x="18281" y="16904"/>
                  <a:pt x="17906" y="22539"/>
                </a:cubicBezTo>
                <a:cubicBezTo>
                  <a:pt x="18657" y="28173"/>
                  <a:pt x="19408" y="26295"/>
                  <a:pt x="20160" y="20660"/>
                </a:cubicBezTo>
                <a:cubicBezTo>
                  <a:pt x="20535" y="16904"/>
                  <a:pt x="19784" y="11269"/>
                  <a:pt x="19158" y="11269"/>
                </a:cubicBezTo>
                <a:cubicBezTo>
                  <a:pt x="18782" y="16904"/>
                  <a:pt x="18657" y="26295"/>
                  <a:pt x="19158" y="26295"/>
                </a:cubicBezTo>
                <a:cubicBezTo>
                  <a:pt x="20285" y="22539"/>
                  <a:pt x="21286" y="18782"/>
                  <a:pt x="22413" y="11269"/>
                </a:cubicBezTo>
                <a:cubicBezTo>
                  <a:pt x="23040" y="7513"/>
                  <a:pt x="22038" y="5634"/>
                  <a:pt x="21787" y="11269"/>
                </a:cubicBezTo>
                <a:cubicBezTo>
                  <a:pt x="21537" y="18782"/>
                  <a:pt x="21537" y="28173"/>
                  <a:pt x="22413" y="26295"/>
                </a:cubicBezTo>
                <a:cubicBezTo>
                  <a:pt x="23415" y="20660"/>
                  <a:pt x="24041" y="18782"/>
                  <a:pt x="22789" y="20660"/>
                </a:cubicBezTo>
                <a:cubicBezTo>
                  <a:pt x="22664" y="31930"/>
                  <a:pt x="23666" y="33808"/>
                  <a:pt x="24542" y="31930"/>
                </a:cubicBezTo>
                <a:cubicBezTo>
                  <a:pt x="25168" y="26295"/>
                  <a:pt x="25419" y="20660"/>
                  <a:pt x="24542" y="15026"/>
                </a:cubicBezTo>
                <a:cubicBezTo>
                  <a:pt x="23666" y="15026"/>
                  <a:pt x="23040" y="18782"/>
                  <a:pt x="23415" y="26295"/>
                </a:cubicBezTo>
                <a:cubicBezTo>
                  <a:pt x="24417" y="26295"/>
                  <a:pt x="25419" y="20660"/>
                  <a:pt x="26170" y="16904"/>
                </a:cubicBezTo>
                <a:cubicBezTo>
                  <a:pt x="26671" y="11269"/>
                  <a:pt x="25920" y="11269"/>
                  <a:pt x="25293" y="15026"/>
                </a:cubicBezTo>
                <a:cubicBezTo>
                  <a:pt x="24918" y="18782"/>
                  <a:pt x="25419" y="18782"/>
                  <a:pt x="26170" y="18782"/>
                </a:cubicBezTo>
                <a:cubicBezTo>
                  <a:pt x="26921" y="15026"/>
                  <a:pt x="27422" y="9391"/>
                  <a:pt x="26796" y="5634"/>
                </a:cubicBezTo>
                <a:cubicBezTo>
                  <a:pt x="26420" y="9391"/>
                  <a:pt x="26295" y="18782"/>
                  <a:pt x="26671" y="26295"/>
                </a:cubicBezTo>
                <a:cubicBezTo>
                  <a:pt x="27422" y="26295"/>
                  <a:pt x="28173" y="22539"/>
                  <a:pt x="29050" y="18782"/>
                </a:cubicBezTo>
                <a:cubicBezTo>
                  <a:pt x="29676" y="15026"/>
                  <a:pt x="29175" y="9391"/>
                  <a:pt x="28549" y="11269"/>
                </a:cubicBezTo>
                <a:cubicBezTo>
                  <a:pt x="28048" y="18782"/>
                  <a:pt x="29050" y="22539"/>
                  <a:pt x="30177" y="16904"/>
                </a:cubicBezTo>
                <a:cubicBezTo>
                  <a:pt x="30678" y="11269"/>
                  <a:pt x="31805" y="5634"/>
                  <a:pt x="32055" y="0"/>
                </a:cubicBezTo>
                <a:cubicBezTo>
                  <a:pt x="30678" y="5634"/>
                  <a:pt x="30302" y="9391"/>
                  <a:pt x="30177" y="18782"/>
                </a:cubicBezTo>
                <a:cubicBezTo>
                  <a:pt x="30177" y="26295"/>
                  <a:pt x="31304" y="26295"/>
                  <a:pt x="31930" y="20660"/>
                </a:cubicBezTo>
                <a:cubicBezTo>
                  <a:pt x="32806" y="18782"/>
                  <a:pt x="33433" y="15026"/>
                  <a:pt x="32431" y="11269"/>
                </a:cubicBezTo>
                <a:cubicBezTo>
                  <a:pt x="31805" y="16904"/>
                  <a:pt x="31930" y="28173"/>
                  <a:pt x="32806" y="28173"/>
                </a:cubicBezTo>
                <a:cubicBezTo>
                  <a:pt x="33808" y="28173"/>
                  <a:pt x="34309" y="22539"/>
                  <a:pt x="34560" y="16904"/>
                </a:cubicBezTo>
                <a:cubicBezTo>
                  <a:pt x="33808" y="15026"/>
                  <a:pt x="33182" y="15026"/>
                  <a:pt x="32681" y="16904"/>
                </a:cubicBezTo>
                <a:cubicBezTo>
                  <a:pt x="33057" y="22539"/>
                  <a:pt x="33808" y="22539"/>
                  <a:pt x="34560" y="20660"/>
                </a:cubicBezTo>
                <a:cubicBezTo>
                  <a:pt x="35060" y="16904"/>
                  <a:pt x="35436" y="11269"/>
                  <a:pt x="34935" y="9391"/>
                </a:cubicBezTo>
                <a:cubicBezTo>
                  <a:pt x="34560" y="15026"/>
                  <a:pt x="34309" y="20660"/>
                  <a:pt x="34685" y="28173"/>
                </a:cubicBezTo>
                <a:cubicBezTo>
                  <a:pt x="35436" y="28173"/>
                  <a:pt x="36187" y="26295"/>
                  <a:pt x="36813" y="20660"/>
                </a:cubicBezTo>
                <a:cubicBezTo>
                  <a:pt x="36438" y="16904"/>
                  <a:pt x="36062" y="26295"/>
                  <a:pt x="36813" y="30052"/>
                </a:cubicBezTo>
                <a:cubicBezTo>
                  <a:pt x="37440" y="26295"/>
                  <a:pt x="37940" y="18782"/>
                  <a:pt x="38316" y="15026"/>
                </a:cubicBezTo>
                <a:cubicBezTo>
                  <a:pt x="37940" y="11269"/>
                  <a:pt x="37440" y="18782"/>
                  <a:pt x="37189" y="26295"/>
                </a:cubicBezTo>
                <a:cubicBezTo>
                  <a:pt x="38191" y="22539"/>
                  <a:pt x="39067" y="18782"/>
                  <a:pt x="39819" y="11269"/>
                </a:cubicBezTo>
                <a:cubicBezTo>
                  <a:pt x="40570" y="7513"/>
                  <a:pt x="40069" y="5634"/>
                  <a:pt x="39693" y="11269"/>
                </a:cubicBezTo>
                <a:cubicBezTo>
                  <a:pt x="39318" y="18782"/>
                  <a:pt x="39193" y="26295"/>
                  <a:pt x="39944" y="30052"/>
                </a:cubicBezTo>
                <a:cubicBezTo>
                  <a:pt x="40445" y="22539"/>
                  <a:pt x="40695" y="16904"/>
                  <a:pt x="39944" y="22539"/>
                </a:cubicBezTo>
                <a:cubicBezTo>
                  <a:pt x="39568" y="31930"/>
                  <a:pt x="40069" y="33808"/>
                  <a:pt x="40570" y="30052"/>
                </a:cubicBezTo>
                <a:cubicBezTo>
                  <a:pt x="41071" y="20660"/>
                  <a:pt x="41446" y="28173"/>
                  <a:pt x="42198" y="28173"/>
                </a:cubicBezTo>
                <a:cubicBezTo>
                  <a:pt x="42699" y="22539"/>
                  <a:pt x="43200" y="20660"/>
                  <a:pt x="42198" y="20660"/>
                </a:cubicBezTo>
                <a:cubicBezTo>
                  <a:pt x="42073" y="28173"/>
                  <a:pt x="42573" y="20660"/>
                  <a:pt x="42573" y="9391"/>
                </a:cubicBezTo>
                <a:quadBezTo>
                  <a:pt x="41947" y="5634"/>
                  <a:pt x="41446" y="9391"/>
                </a:quadBezTo>
              </a:path>
            </a:pathLst>
          </a:custGeom>
          <a:noFill/>
          <a:ln cap="flat" cmpd="sng" w="126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1667084" y="3209472"/>
            <a:ext cx="183636" cy="518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11566322" y="186713"/>
            <a:ext cx="183636" cy="305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6559696" y="3209475"/>
            <a:ext cx="19104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3(x+4)</a:t>
            </a:r>
            <a:endParaRPr b="0" i="0" sz="2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171473" y="7860631"/>
            <a:ext cx="3298657" cy="180473"/>
          </a:xfrm>
          <a:custGeom>
            <a:rect b="b" l="l" r="r" t="t"/>
            <a:pathLst>
              <a:path extrusionOk="0" fill="none" h="43200" w="43200">
                <a:moveTo>
                  <a:pt x="1838" y="4799"/>
                </a:moveTo>
                <a:cubicBezTo>
                  <a:pt x="1575" y="14400"/>
                  <a:pt x="1181" y="21599"/>
                  <a:pt x="919" y="28799"/>
                </a:cubicBezTo>
                <a:cubicBezTo>
                  <a:pt x="393" y="31200"/>
                  <a:pt x="0" y="35999"/>
                  <a:pt x="919" y="43200"/>
                </a:cubicBezTo>
                <a:cubicBezTo>
                  <a:pt x="1838" y="43200"/>
                  <a:pt x="3413" y="43200"/>
                  <a:pt x="4858" y="40799"/>
                </a:cubicBezTo>
                <a:cubicBezTo>
                  <a:pt x="6827" y="40799"/>
                  <a:pt x="8666" y="40799"/>
                  <a:pt x="9848" y="40799"/>
                </a:cubicBezTo>
                <a:cubicBezTo>
                  <a:pt x="10373" y="35999"/>
                  <a:pt x="10898" y="35999"/>
                  <a:pt x="11555" y="40799"/>
                </a:cubicBezTo>
                <a:cubicBezTo>
                  <a:pt x="12211" y="43200"/>
                  <a:pt x="12868" y="43200"/>
                  <a:pt x="13655" y="43200"/>
                </a:cubicBezTo>
                <a:cubicBezTo>
                  <a:pt x="14443" y="43200"/>
                  <a:pt x="15625" y="43200"/>
                  <a:pt x="16807" y="43200"/>
                </a:cubicBezTo>
                <a:cubicBezTo>
                  <a:pt x="17726" y="43200"/>
                  <a:pt x="18251" y="33599"/>
                  <a:pt x="18908" y="33599"/>
                </a:cubicBezTo>
                <a:cubicBezTo>
                  <a:pt x="19433" y="35999"/>
                  <a:pt x="20221" y="35999"/>
                  <a:pt x="20615" y="31200"/>
                </a:cubicBezTo>
                <a:cubicBezTo>
                  <a:pt x="19696" y="31200"/>
                  <a:pt x="18251" y="31200"/>
                  <a:pt x="16807" y="31200"/>
                </a:cubicBezTo>
                <a:cubicBezTo>
                  <a:pt x="15494" y="33599"/>
                  <a:pt x="14049" y="33599"/>
                  <a:pt x="12474" y="31200"/>
                </a:cubicBezTo>
                <a:cubicBezTo>
                  <a:pt x="11686" y="28799"/>
                  <a:pt x="12211" y="21599"/>
                  <a:pt x="13262" y="16799"/>
                </a:cubicBezTo>
                <a:cubicBezTo>
                  <a:pt x="13787" y="16799"/>
                  <a:pt x="14706" y="16799"/>
                  <a:pt x="15625" y="16799"/>
                </a:cubicBezTo>
                <a:cubicBezTo>
                  <a:pt x="16938" y="16799"/>
                  <a:pt x="17726" y="16799"/>
                  <a:pt x="18908" y="16799"/>
                </a:cubicBezTo>
                <a:cubicBezTo>
                  <a:pt x="19696" y="16799"/>
                  <a:pt x="20483" y="16799"/>
                  <a:pt x="21271" y="16799"/>
                </a:cubicBezTo>
                <a:cubicBezTo>
                  <a:pt x="22847" y="16799"/>
                  <a:pt x="24423" y="19200"/>
                  <a:pt x="25867" y="19200"/>
                </a:cubicBezTo>
                <a:cubicBezTo>
                  <a:pt x="27049" y="19200"/>
                  <a:pt x="28099" y="19200"/>
                  <a:pt x="29150" y="16799"/>
                </a:cubicBezTo>
                <a:cubicBezTo>
                  <a:pt x="29675" y="16799"/>
                  <a:pt x="30463" y="16799"/>
                  <a:pt x="31251" y="16799"/>
                </a:cubicBezTo>
                <a:cubicBezTo>
                  <a:pt x="31776" y="14400"/>
                  <a:pt x="32564" y="11999"/>
                  <a:pt x="33614" y="11999"/>
                </a:cubicBezTo>
                <a:cubicBezTo>
                  <a:pt x="34533" y="11999"/>
                  <a:pt x="35584" y="11999"/>
                  <a:pt x="35978" y="7200"/>
                </a:cubicBezTo>
                <a:cubicBezTo>
                  <a:pt x="36503" y="7200"/>
                  <a:pt x="37159" y="7200"/>
                  <a:pt x="37947" y="2400"/>
                </a:cubicBezTo>
                <a:cubicBezTo>
                  <a:pt x="38998" y="2400"/>
                  <a:pt x="39786" y="2400"/>
                  <a:pt x="40442" y="2400"/>
                </a:cubicBezTo>
                <a:cubicBezTo>
                  <a:pt x="40967" y="2400"/>
                  <a:pt x="41624" y="0"/>
                  <a:pt x="42543" y="2400"/>
                </a:cubicBezTo>
                <a:cubicBezTo>
                  <a:pt x="43200" y="2400"/>
                  <a:pt x="42674" y="2400"/>
                  <a:pt x="41755" y="14400"/>
                </a:cubicBezTo>
                <a:cubicBezTo>
                  <a:pt x="41230" y="21599"/>
                  <a:pt x="40836" y="26400"/>
                  <a:pt x="40311" y="26400"/>
                </a:cubicBezTo>
                <a:cubicBezTo>
                  <a:pt x="39392" y="26400"/>
                  <a:pt x="38604" y="26400"/>
                  <a:pt x="38079" y="28799"/>
                </a:cubicBezTo>
                <a:cubicBezTo>
                  <a:pt x="37422" y="28799"/>
                  <a:pt x="36897" y="28799"/>
                  <a:pt x="36372" y="28799"/>
                </a:cubicBezTo>
                <a:cubicBezTo>
                  <a:pt x="35190" y="28799"/>
                  <a:pt x="34271" y="28799"/>
                  <a:pt x="33745" y="28799"/>
                </a:cubicBezTo>
                <a:cubicBezTo>
                  <a:pt x="33089" y="28799"/>
                  <a:pt x="32301" y="28799"/>
                  <a:pt x="31776" y="31200"/>
                </a:cubicBezTo>
                <a:lnTo>
                  <a:pt x="31251" y="31200"/>
                </a:lnTo>
              </a:path>
            </a:pathLst>
          </a:custGeom>
          <a:noFill/>
          <a:ln cap="flat" cmpd="sng" w="126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/>
          <p:nvPr/>
        </p:nvSpPr>
        <p:spPr>
          <a:xfrm>
            <a:off x="233330" y="232613"/>
            <a:ext cx="6996668" cy="623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Calibri"/>
              <a:buNone/>
            </a:pPr>
            <a:r>
              <a:rPr b="0" i="0" lang="en-US" sz="3900" u="none" cap="none" strike="noStrike">
                <a:solidFill>
                  <a:srgbClr val="1F1E1E"/>
                </a:solidFill>
                <a:latin typeface="Calibri"/>
                <a:ea typeface="Calibri"/>
                <a:cs typeface="Calibri"/>
                <a:sym typeface="Calibri"/>
              </a:rPr>
              <a:t>Ejercicio 1: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4253883" y="5343398"/>
            <a:ext cx="6530101" cy="758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</a:pPr>
            <a:r>
              <a:t/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181499" y="7750342"/>
            <a:ext cx="3459078" cy="230605"/>
          </a:xfrm>
          <a:custGeom>
            <a:rect b="b" l="l" r="r" t="t"/>
            <a:pathLst>
              <a:path extrusionOk="0" fill="none" h="43200" w="43200">
                <a:moveTo>
                  <a:pt x="1001" y="7513"/>
                </a:moveTo>
                <a:cubicBezTo>
                  <a:pt x="1001" y="16904"/>
                  <a:pt x="751" y="11269"/>
                  <a:pt x="250" y="15026"/>
                </a:cubicBezTo>
                <a:cubicBezTo>
                  <a:pt x="375" y="7513"/>
                  <a:pt x="250" y="15026"/>
                  <a:pt x="0" y="22539"/>
                </a:cubicBezTo>
                <a:cubicBezTo>
                  <a:pt x="250" y="15026"/>
                  <a:pt x="250" y="7513"/>
                  <a:pt x="125" y="18782"/>
                </a:cubicBezTo>
                <a:cubicBezTo>
                  <a:pt x="125" y="26295"/>
                  <a:pt x="1001" y="28173"/>
                  <a:pt x="1878" y="28173"/>
                </a:cubicBezTo>
                <a:cubicBezTo>
                  <a:pt x="3005" y="28173"/>
                  <a:pt x="3881" y="28173"/>
                  <a:pt x="4507" y="22539"/>
                </a:cubicBezTo>
                <a:cubicBezTo>
                  <a:pt x="3631" y="20660"/>
                  <a:pt x="3005" y="26295"/>
                  <a:pt x="2504" y="37565"/>
                </a:cubicBezTo>
                <a:cubicBezTo>
                  <a:pt x="3506" y="37565"/>
                  <a:pt x="4006" y="30052"/>
                  <a:pt x="4758" y="22539"/>
                </a:cubicBezTo>
                <a:cubicBezTo>
                  <a:pt x="5133" y="16904"/>
                  <a:pt x="5008" y="9391"/>
                  <a:pt x="4382" y="9391"/>
                </a:cubicBezTo>
                <a:cubicBezTo>
                  <a:pt x="3631" y="15026"/>
                  <a:pt x="3255" y="20660"/>
                  <a:pt x="3130" y="28173"/>
                </a:cubicBezTo>
                <a:cubicBezTo>
                  <a:pt x="3631" y="30052"/>
                  <a:pt x="4382" y="30052"/>
                  <a:pt x="5384" y="26295"/>
                </a:cubicBezTo>
                <a:cubicBezTo>
                  <a:pt x="6135" y="22539"/>
                  <a:pt x="6636" y="18782"/>
                  <a:pt x="5634" y="16904"/>
                </a:cubicBezTo>
                <a:cubicBezTo>
                  <a:pt x="4507" y="16904"/>
                  <a:pt x="3506" y="20660"/>
                  <a:pt x="2754" y="22539"/>
                </a:cubicBezTo>
                <a:cubicBezTo>
                  <a:pt x="3506" y="20660"/>
                  <a:pt x="2880" y="16904"/>
                  <a:pt x="2253" y="20660"/>
                </a:cubicBezTo>
                <a:cubicBezTo>
                  <a:pt x="1753" y="26295"/>
                  <a:pt x="1502" y="31930"/>
                  <a:pt x="2379" y="28173"/>
                </a:cubicBezTo>
                <a:cubicBezTo>
                  <a:pt x="2754" y="22539"/>
                  <a:pt x="2754" y="15026"/>
                  <a:pt x="2379" y="18782"/>
                </a:cubicBezTo>
                <a:cubicBezTo>
                  <a:pt x="1627" y="26295"/>
                  <a:pt x="1502" y="33808"/>
                  <a:pt x="1753" y="39443"/>
                </a:cubicBezTo>
                <a:cubicBezTo>
                  <a:pt x="3005" y="39443"/>
                  <a:pt x="4382" y="39443"/>
                  <a:pt x="5885" y="39443"/>
                </a:cubicBezTo>
                <a:cubicBezTo>
                  <a:pt x="7137" y="33808"/>
                  <a:pt x="7638" y="31930"/>
                  <a:pt x="6886" y="33808"/>
                </a:cubicBezTo>
                <a:cubicBezTo>
                  <a:pt x="7638" y="39443"/>
                  <a:pt x="8640" y="39443"/>
                  <a:pt x="10142" y="37565"/>
                </a:cubicBezTo>
                <a:cubicBezTo>
                  <a:pt x="11019" y="37565"/>
                  <a:pt x="11519" y="37565"/>
                  <a:pt x="11144" y="33808"/>
                </a:cubicBezTo>
                <a:cubicBezTo>
                  <a:pt x="10393" y="33808"/>
                  <a:pt x="10017" y="37565"/>
                  <a:pt x="9516" y="43200"/>
                </a:cubicBezTo>
                <a:cubicBezTo>
                  <a:pt x="10393" y="39443"/>
                  <a:pt x="10893" y="33808"/>
                  <a:pt x="11019" y="22539"/>
                </a:cubicBezTo>
                <a:cubicBezTo>
                  <a:pt x="10267" y="18782"/>
                  <a:pt x="9391" y="18782"/>
                  <a:pt x="8640" y="26295"/>
                </a:cubicBezTo>
                <a:cubicBezTo>
                  <a:pt x="8139" y="31930"/>
                  <a:pt x="9015" y="37565"/>
                  <a:pt x="10017" y="31930"/>
                </a:cubicBezTo>
                <a:cubicBezTo>
                  <a:pt x="10768" y="26295"/>
                  <a:pt x="11019" y="20660"/>
                  <a:pt x="10267" y="16904"/>
                </a:cubicBezTo>
                <a:cubicBezTo>
                  <a:pt x="9391" y="18782"/>
                  <a:pt x="8139" y="22539"/>
                  <a:pt x="7387" y="30052"/>
                </a:cubicBezTo>
                <a:cubicBezTo>
                  <a:pt x="8013" y="30052"/>
                  <a:pt x="8890" y="22539"/>
                  <a:pt x="9641" y="16904"/>
                </a:cubicBezTo>
                <a:cubicBezTo>
                  <a:pt x="10142" y="9391"/>
                  <a:pt x="9391" y="5634"/>
                  <a:pt x="8514" y="7513"/>
                </a:cubicBezTo>
                <a:cubicBezTo>
                  <a:pt x="7638" y="11269"/>
                  <a:pt x="7513" y="18782"/>
                  <a:pt x="8013" y="18782"/>
                </a:cubicBezTo>
                <a:cubicBezTo>
                  <a:pt x="8765" y="16904"/>
                  <a:pt x="10017" y="15026"/>
                  <a:pt x="11019" y="9391"/>
                </a:cubicBezTo>
                <a:cubicBezTo>
                  <a:pt x="11519" y="5634"/>
                  <a:pt x="10393" y="7513"/>
                  <a:pt x="9641" y="15026"/>
                </a:cubicBezTo>
                <a:cubicBezTo>
                  <a:pt x="9516" y="22539"/>
                  <a:pt x="10893" y="26295"/>
                  <a:pt x="11645" y="18782"/>
                </a:cubicBezTo>
                <a:cubicBezTo>
                  <a:pt x="12271" y="15026"/>
                  <a:pt x="11269" y="15026"/>
                  <a:pt x="11019" y="20660"/>
                </a:cubicBezTo>
                <a:cubicBezTo>
                  <a:pt x="11645" y="22539"/>
                  <a:pt x="12521" y="22539"/>
                  <a:pt x="13398" y="16904"/>
                </a:cubicBezTo>
                <a:cubicBezTo>
                  <a:pt x="14149" y="11269"/>
                  <a:pt x="13273" y="11269"/>
                  <a:pt x="12521" y="18782"/>
                </a:cubicBezTo>
                <a:cubicBezTo>
                  <a:pt x="12271" y="26295"/>
                  <a:pt x="13022" y="28173"/>
                  <a:pt x="13773" y="26295"/>
                </a:cubicBezTo>
                <a:cubicBezTo>
                  <a:pt x="14650" y="22539"/>
                  <a:pt x="15276" y="20660"/>
                  <a:pt x="14650" y="18782"/>
                </a:cubicBezTo>
                <a:cubicBezTo>
                  <a:pt x="13773" y="18782"/>
                  <a:pt x="13022" y="20660"/>
                  <a:pt x="13273" y="26295"/>
                </a:cubicBezTo>
                <a:cubicBezTo>
                  <a:pt x="14149" y="26295"/>
                  <a:pt x="15151" y="22539"/>
                  <a:pt x="15777" y="18782"/>
                </a:cubicBezTo>
                <a:cubicBezTo>
                  <a:pt x="15401" y="15026"/>
                  <a:pt x="14775" y="15026"/>
                  <a:pt x="14400" y="18782"/>
                </a:cubicBezTo>
                <a:cubicBezTo>
                  <a:pt x="15026" y="20660"/>
                  <a:pt x="15777" y="18782"/>
                  <a:pt x="16528" y="15026"/>
                </a:cubicBezTo>
                <a:cubicBezTo>
                  <a:pt x="17280" y="9391"/>
                  <a:pt x="16153" y="9391"/>
                  <a:pt x="15526" y="16904"/>
                </a:cubicBezTo>
                <a:cubicBezTo>
                  <a:pt x="15777" y="22539"/>
                  <a:pt x="16278" y="22539"/>
                  <a:pt x="17405" y="20660"/>
                </a:cubicBezTo>
                <a:cubicBezTo>
                  <a:pt x="18657" y="16904"/>
                  <a:pt x="19659" y="11269"/>
                  <a:pt x="20160" y="9391"/>
                </a:cubicBezTo>
                <a:cubicBezTo>
                  <a:pt x="19033" y="11269"/>
                  <a:pt x="18281" y="16904"/>
                  <a:pt x="17906" y="22539"/>
                </a:cubicBezTo>
                <a:cubicBezTo>
                  <a:pt x="18657" y="28173"/>
                  <a:pt x="19408" y="26295"/>
                  <a:pt x="20160" y="20660"/>
                </a:cubicBezTo>
                <a:cubicBezTo>
                  <a:pt x="20535" y="16904"/>
                  <a:pt x="19784" y="11269"/>
                  <a:pt x="19158" y="11269"/>
                </a:cubicBezTo>
                <a:cubicBezTo>
                  <a:pt x="18782" y="16904"/>
                  <a:pt x="18657" y="26295"/>
                  <a:pt x="19158" y="26295"/>
                </a:cubicBezTo>
                <a:cubicBezTo>
                  <a:pt x="20285" y="22539"/>
                  <a:pt x="21286" y="18782"/>
                  <a:pt x="22413" y="11269"/>
                </a:cubicBezTo>
                <a:cubicBezTo>
                  <a:pt x="23040" y="7513"/>
                  <a:pt x="22038" y="5634"/>
                  <a:pt x="21787" y="11269"/>
                </a:cubicBezTo>
                <a:cubicBezTo>
                  <a:pt x="21537" y="18782"/>
                  <a:pt x="21537" y="28173"/>
                  <a:pt x="22413" y="26295"/>
                </a:cubicBezTo>
                <a:cubicBezTo>
                  <a:pt x="23415" y="20660"/>
                  <a:pt x="24041" y="18782"/>
                  <a:pt x="22789" y="20660"/>
                </a:cubicBezTo>
                <a:cubicBezTo>
                  <a:pt x="22664" y="31930"/>
                  <a:pt x="23666" y="33808"/>
                  <a:pt x="24542" y="31930"/>
                </a:cubicBezTo>
                <a:cubicBezTo>
                  <a:pt x="25168" y="26295"/>
                  <a:pt x="25419" y="20660"/>
                  <a:pt x="24542" y="15026"/>
                </a:cubicBezTo>
                <a:cubicBezTo>
                  <a:pt x="23666" y="15026"/>
                  <a:pt x="23040" y="18782"/>
                  <a:pt x="23415" y="26295"/>
                </a:cubicBezTo>
                <a:cubicBezTo>
                  <a:pt x="24417" y="26295"/>
                  <a:pt x="25419" y="20660"/>
                  <a:pt x="26170" y="16904"/>
                </a:cubicBezTo>
                <a:cubicBezTo>
                  <a:pt x="26671" y="11269"/>
                  <a:pt x="25920" y="11269"/>
                  <a:pt x="25293" y="15026"/>
                </a:cubicBezTo>
                <a:cubicBezTo>
                  <a:pt x="24918" y="18782"/>
                  <a:pt x="25419" y="18782"/>
                  <a:pt x="26170" y="18782"/>
                </a:cubicBezTo>
                <a:cubicBezTo>
                  <a:pt x="26921" y="15026"/>
                  <a:pt x="27422" y="9391"/>
                  <a:pt x="26796" y="5634"/>
                </a:cubicBezTo>
                <a:cubicBezTo>
                  <a:pt x="26420" y="9391"/>
                  <a:pt x="26295" y="18782"/>
                  <a:pt x="26671" y="26295"/>
                </a:cubicBezTo>
                <a:cubicBezTo>
                  <a:pt x="27422" y="26295"/>
                  <a:pt x="28173" y="22539"/>
                  <a:pt x="29050" y="18782"/>
                </a:cubicBezTo>
                <a:cubicBezTo>
                  <a:pt x="29676" y="15026"/>
                  <a:pt x="29175" y="9391"/>
                  <a:pt x="28549" y="11269"/>
                </a:cubicBezTo>
                <a:cubicBezTo>
                  <a:pt x="28048" y="18782"/>
                  <a:pt x="29050" y="22539"/>
                  <a:pt x="30177" y="16904"/>
                </a:cubicBezTo>
                <a:cubicBezTo>
                  <a:pt x="30678" y="11269"/>
                  <a:pt x="31805" y="5634"/>
                  <a:pt x="32055" y="0"/>
                </a:cubicBezTo>
                <a:cubicBezTo>
                  <a:pt x="30678" y="5634"/>
                  <a:pt x="30302" y="9391"/>
                  <a:pt x="30177" y="18782"/>
                </a:cubicBezTo>
                <a:cubicBezTo>
                  <a:pt x="30177" y="26295"/>
                  <a:pt x="31304" y="26295"/>
                  <a:pt x="31930" y="20660"/>
                </a:cubicBezTo>
                <a:cubicBezTo>
                  <a:pt x="32806" y="18782"/>
                  <a:pt x="33433" y="15026"/>
                  <a:pt x="32431" y="11269"/>
                </a:cubicBezTo>
                <a:cubicBezTo>
                  <a:pt x="31805" y="16904"/>
                  <a:pt x="31930" y="28173"/>
                  <a:pt x="32806" y="28173"/>
                </a:cubicBezTo>
                <a:cubicBezTo>
                  <a:pt x="33808" y="28173"/>
                  <a:pt x="34309" y="22539"/>
                  <a:pt x="34560" y="16904"/>
                </a:cubicBezTo>
                <a:cubicBezTo>
                  <a:pt x="33808" y="15026"/>
                  <a:pt x="33182" y="15026"/>
                  <a:pt x="32681" y="16904"/>
                </a:cubicBezTo>
                <a:cubicBezTo>
                  <a:pt x="33057" y="22539"/>
                  <a:pt x="33808" y="22539"/>
                  <a:pt x="34560" y="20660"/>
                </a:cubicBezTo>
                <a:cubicBezTo>
                  <a:pt x="35060" y="16904"/>
                  <a:pt x="35436" y="11269"/>
                  <a:pt x="34935" y="9391"/>
                </a:cubicBezTo>
                <a:cubicBezTo>
                  <a:pt x="34560" y="15026"/>
                  <a:pt x="34309" y="20660"/>
                  <a:pt x="34685" y="28173"/>
                </a:cubicBezTo>
                <a:cubicBezTo>
                  <a:pt x="35436" y="28173"/>
                  <a:pt x="36187" y="26295"/>
                  <a:pt x="36813" y="20660"/>
                </a:cubicBezTo>
                <a:cubicBezTo>
                  <a:pt x="36438" y="16904"/>
                  <a:pt x="36062" y="26295"/>
                  <a:pt x="36813" y="30052"/>
                </a:cubicBezTo>
                <a:cubicBezTo>
                  <a:pt x="37440" y="26295"/>
                  <a:pt x="37940" y="18782"/>
                  <a:pt x="38316" y="15026"/>
                </a:cubicBezTo>
                <a:cubicBezTo>
                  <a:pt x="37940" y="11269"/>
                  <a:pt x="37440" y="18782"/>
                  <a:pt x="37189" y="26295"/>
                </a:cubicBezTo>
                <a:cubicBezTo>
                  <a:pt x="38191" y="22539"/>
                  <a:pt x="39067" y="18782"/>
                  <a:pt x="39819" y="11269"/>
                </a:cubicBezTo>
                <a:cubicBezTo>
                  <a:pt x="40570" y="7513"/>
                  <a:pt x="40069" y="5634"/>
                  <a:pt x="39693" y="11269"/>
                </a:cubicBezTo>
                <a:cubicBezTo>
                  <a:pt x="39318" y="18782"/>
                  <a:pt x="39193" y="26295"/>
                  <a:pt x="39944" y="30052"/>
                </a:cubicBezTo>
                <a:cubicBezTo>
                  <a:pt x="40445" y="22539"/>
                  <a:pt x="40695" y="16904"/>
                  <a:pt x="39944" y="22539"/>
                </a:cubicBezTo>
                <a:cubicBezTo>
                  <a:pt x="39568" y="31930"/>
                  <a:pt x="40069" y="33808"/>
                  <a:pt x="40570" y="30052"/>
                </a:cubicBezTo>
                <a:cubicBezTo>
                  <a:pt x="41071" y="20660"/>
                  <a:pt x="41446" y="28173"/>
                  <a:pt x="42198" y="28173"/>
                </a:cubicBezTo>
                <a:cubicBezTo>
                  <a:pt x="42699" y="22539"/>
                  <a:pt x="43200" y="20660"/>
                  <a:pt x="42198" y="20660"/>
                </a:cubicBezTo>
                <a:cubicBezTo>
                  <a:pt x="42073" y="28173"/>
                  <a:pt x="42573" y="20660"/>
                  <a:pt x="42573" y="9391"/>
                </a:cubicBezTo>
                <a:quadBezTo>
                  <a:pt x="41947" y="5634"/>
                  <a:pt x="41446" y="9391"/>
                </a:quadBezTo>
              </a:path>
            </a:pathLst>
          </a:custGeom>
          <a:noFill/>
          <a:ln cap="flat" cmpd="sng" w="126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1667084" y="3209472"/>
            <a:ext cx="183636" cy="518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11566322" y="186713"/>
            <a:ext cx="183636" cy="305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5791507" y="3209475"/>
            <a:ext cx="43920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3(x+4) = 3x + 12</a:t>
            </a:r>
            <a:endParaRPr b="0" i="0" sz="2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171473" y="7860631"/>
            <a:ext cx="3298657" cy="180473"/>
          </a:xfrm>
          <a:custGeom>
            <a:rect b="b" l="l" r="r" t="t"/>
            <a:pathLst>
              <a:path extrusionOk="0" fill="none" h="43200" w="43200">
                <a:moveTo>
                  <a:pt x="1838" y="4799"/>
                </a:moveTo>
                <a:cubicBezTo>
                  <a:pt x="1575" y="14400"/>
                  <a:pt x="1181" y="21599"/>
                  <a:pt x="919" y="28799"/>
                </a:cubicBezTo>
                <a:cubicBezTo>
                  <a:pt x="393" y="31200"/>
                  <a:pt x="0" y="35999"/>
                  <a:pt x="919" y="43200"/>
                </a:cubicBezTo>
                <a:cubicBezTo>
                  <a:pt x="1838" y="43200"/>
                  <a:pt x="3413" y="43200"/>
                  <a:pt x="4858" y="40799"/>
                </a:cubicBezTo>
                <a:cubicBezTo>
                  <a:pt x="6827" y="40799"/>
                  <a:pt x="8666" y="40799"/>
                  <a:pt x="9848" y="40799"/>
                </a:cubicBezTo>
                <a:cubicBezTo>
                  <a:pt x="10373" y="35999"/>
                  <a:pt x="10898" y="35999"/>
                  <a:pt x="11555" y="40799"/>
                </a:cubicBezTo>
                <a:cubicBezTo>
                  <a:pt x="12211" y="43200"/>
                  <a:pt x="12868" y="43200"/>
                  <a:pt x="13655" y="43200"/>
                </a:cubicBezTo>
                <a:cubicBezTo>
                  <a:pt x="14443" y="43200"/>
                  <a:pt x="15625" y="43200"/>
                  <a:pt x="16807" y="43200"/>
                </a:cubicBezTo>
                <a:cubicBezTo>
                  <a:pt x="17726" y="43200"/>
                  <a:pt x="18251" y="33599"/>
                  <a:pt x="18908" y="33599"/>
                </a:cubicBezTo>
                <a:cubicBezTo>
                  <a:pt x="19433" y="35999"/>
                  <a:pt x="20221" y="35999"/>
                  <a:pt x="20615" y="31200"/>
                </a:cubicBezTo>
                <a:cubicBezTo>
                  <a:pt x="19696" y="31200"/>
                  <a:pt x="18251" y="31200"/>
                  <a:pt x="16807" y="31200"/>
                </a:cubicBezTo>
                <a:cubicBezTo>
                  <a:pt x="15494" y="33599"/>
                  <a:pt x="14049" y="33599"/>
                  <a:pt x="12474" y="31200"/>
                </a:cubicBezTo>
                <a:cubicBezTo>
                  <a:pt x="11686" y="28799"/>
                  <a:pt x="12211" y="21599"/>
                  <a:pt x="13262" y="16799"/>
                </a:cubicBezTo>
                <a:cubicBezTo>
                  <a:pt x="13787" y="16799"/>
                  <a:pt x="14706" y="16799"/>
                  <a:pt x="15625" y="16799"/>
                </a:cubicBezTo>
                <a:cubicBezTo>
                  <a:pt x="16938" y="16799"/>
                  <a:pt x="17726" y="16799"/>
                  <a:pt x="18908" y="16799"/>
                </a:cubicBezTo>
                <a:cubicBezTo>
                  <a:pt x="19696" y="16799"/>
                  <a:pt x="20483" y="16799"/>
                  <a:pt x="21271" y="16799"/>
                </a:cubicBezTo>
                <a:cubicBezTo>
                  <a:pt x="22847" y="16799"/>
                  <a:pt x="24423" y="19200"/>
                  <a:pt x="25867" y="19200"/>
                </a:cubicBezTo>
                <a:cubicBezTo>
                  <a:pt x="27049" y="19200"/>
                  <a:pt x="28099" y="19200"/>
                  <a:pt x="29150" y="16799"/>
                </a:cubicBezTo>
                <a:cubicBezTo>
                  <a:pt x="29675" y="16799"/>
                  <a:pt x="30463" y="16799"/>
                  <a:pt x="31251" y="16799"/>
                </a:cubicBezTo>
                <a:cubicBezTo>
                  <a:pt x="31776" y="14400"/>
                  <a:pt x="32564" y="11999"/>
                  <a:pt x="33614" y="11999"/>
                </a:cubicBezTo>
                <a:cubicBezTo>
                  <a:pt x="34533" y="11999"/>
                  <a:pt x="35584" y="11999"/>
                  <a:pt x="35978" y="7200"/>
                </a:cubicBezTo>
                <a:cubicBezTo>
                  <a:pt x="36503" y="7200"/>
                  <a:pt x="37159" y="7200"/>
                  <a:pt x="37947" y="2400"/>
                </a:cubicBezTo>
                <a:cubicBezTo>
                  <a:pt x="38998" y="2400"/>
                  <a:pt x="39786" y="2400"/>
                  <a:pt x="40442" y="2400"/>
                </a:cubicBezTo>
                <a:cubicBezTo>
                  <a:pt x="40967" y="2400"/>
                  <a:pt x="41624" y="0"/>
                  <a:pt x="42543" y="2400"/>
                </a:cubicBezTo>
                <a:cubicBezTo>
                  <a:pt x="43200" y="2400"/>
                  <a:pt x="42674" y="2400"/>
                  <a:pt x="41755" y="14400"/>
                </a:cubicBezTo>
                <a:cubicBezTo>
                  <a:pt x="41230" y="21599"/>
                  <a:pt x="40836" y="26400"/>
                  <a:pt x="40311" y="26400"/>
                </a:cubicBezTo>
                <a:cubicBezTo>
                  <a:pt x="39392" y="26400"/>
                  <a:pt x="38604" y="26400"/>
                  <a:pt x="38079" y="28799"/>
                </a:cubicBezTo>
                <a:cubicBezTo>
                  <a:pt x="37422" y="28799"/>
                  <a:pt x="36897" y="28799"/>
                  <a:pt x="36372" y="28799"/>
                </a:cubicBezTo>
                <a:cubicBezTo>
                  <a:pt x="35190" y="28799"/>
                  <a:pt x="34271" y="28799"/>
                  <a:pt x="33745" y="28799"/>
                </a:cubicBezTo>
                <a:cubicBezTo>
                  <a:pt x="33089" y="28799"/>
                  <a:pt x="32301" y="28799"/>
                  <a:pt x="31776" y="31200"/>
                </a:cubicBezTo>
                <a:lnTo>
                  <a:pt x="31251" y="31200"/>
                </a:lnTo>
              </a:path>
            </a:pathLst>
          </a:custGeom>
          <a:noFill/>
          <a:ln cap="flat" cmpd="sng" w="126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/>
          <p:nvPr/>
        </p:nvSpPr>
        <p:spPr>
          <a:xfrm>
            <a:off x="233330" y="232613"/>
            <a:ext cx="6996668" cy="623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Calibri"/>
              <a:buNone/>
            </a:pPr>
            <a:r>
              <a:rPr b="0" i="0" lang="en-US" sz="3900" u="none" cap="none" strike="noStrike">
                <a:solidFill>
                  <a:srgbClr val="1F1E1E"/>
                </a:solidFill>
                <a:latin typeface="Calibri"/>
                <a:ea typeface="Calibri"/>
                <a:cs typeface="Calibri"/>
                <a:sym typeface="Calibri"/>
              </a:rPr>
              <a:t>Ejercicio 1: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4253883" y="5343398"/>
            <a:ext cx="6530101" cy="758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</a:pPr>
            <a:r>
              <a:t/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181499" y="7750342"/>
            <a:ext cx="3459078" cy="230605"/>
          </a:xfrm>
          <a:custGeom>
            <a:rect b="b" l="l" r="r" t="t"/>
            <a:pathLst>
              <a:path extrusionOk="0" fill="none" h="43200" w="43200">
                <a:moveTo>
                  <a:pt x="1001" y="7513"/>
                </a:moveTo>
                <a:cubicBezTo>
                  <a:pt x="1001" y="16904"/>
                  <a:pt x="751" y="11269"/>
                  <a:pt x="250" y="15026"/>
                </a:cubicBezTo>
                <a:cubicBezTo>
                  <a:pt x="375" y="7513"/>
                  <a:pt x="250" y="15026"/>
                  <a:pt x="0" y="22539"/>
                </a:cubicBezTo>
                <a:cubicBezTo>
                  <a:pt x="250" y="15026"/>
                  <a:pt x="250" y="7513"/>
                  <a:pt x="125" y="18782"/>
                </a:cubicBezTo>
                <a:cubicBezTo>
                  <a:pt x="125" y="26295"/>
                  <a:pt x="1001" y="28173"/>
                  <a:pt x="1878" y="28173"/>
                </a:cubicBezTo>
                <a:cubicBezTo>
                  <a:pt x="3005" y="28173"/>
                  <a:pt x="3881" y="28173"/>
                  <a:pt x="4507" y="22539"/>
                </a:cubicBezTo>
                <a:cubicBezTo>
                  <a:pt x="3631" y="20660"/>
                  <a:pt x="3005" y="26295"/>
                  <a:pt x="2504" y="37565"/>
                </a:cubicBezTo>
                <a:cubicBezTo>
                  <a:pt x="3506" y="37565"/>
                  <a:pt x="4006" y="30052"/>
                  <a:pt x="4758" y="22539"/>
                </a:cubicBezTo>
                <a:cubicBezTo>
                  <a:pt x="5133" y="16904"/>
                  <a:pt x="5008" y="9391"/>
                  <a:pt x="4382" y="9391"/>
                </a:cubicBezTo>
                <a:cubicBezTo>
                  <a:pt x="3631" y="15026"/>
                  <a:pt x="3255" y="20660"/>
                  <a:pt x="3130" y="28173"/>
                </a:cubicBezTo>
                <a:cubicBezTo>
                  <a:pt x="3631" y="30052"/>
                  <a:pt x="4382" y="30052"/>
                  <a:pt x="5384" y="26295"/>
                </a:cubicBezTo>
                <a:cubicBezTo>
                  <a:pt x="6135" y="22539"/>
                  <a:pt x="6636" y="18782"/>
                  <a:pt x="5634" y="16904"/>
                </a:cubicBezTo>
                <a:cubicBezTo>
                  <a:pt x="4507" y="16904"/>
                  <a:pt x="3506" y="20660"/>
                  <a:pt x="2754" y="22539"/>
                </a:cubicBezTo>
                <a:cubicBezTo>
                  <a:pt x="3506" y="20660"/>
                  <a:pt x="2880" y="16904"/>
                  <a:pt x="2253" y="20660"/>
                </a:cubicBezTo>
                <a:cubicBezTo>
                  <a:pt x="1753" y="26295"/>
                  <a:pt x="1502" y="31930"/>
                  <a:pt x="2379" y="28173"/>
                </a:cubicBezTo>
                <a:cubicBezTo>
                  <a:pt x="2754" y="22539"/>
                  <a:pt x="2754" y="15026"/>
                  <a:pt x="2379" y="18782"/>
                </a:cubicBezTo>
                <a:cubicBezTo>
                  <a:pt x="1627" y="26295"/>
                  <a:pt x="1502" y="33808"/>
                  <a:pt x="1753" y="39443"/>
                </a:cubicBezTo>
                <a:cubicBezTo>
                  <a:pt x="3005" y="39443"/>
                  <a:pt x="4382" y="39443"/>
                  <a:pt x="5885" y="39443"/>
                </a:cubicBezTo>
                <a:cubicBezTo>
                  <a:pt x="7137" y="33808"/>
                  <a:pt x="7638" y="31930"/>
                  <a:pt x="6886" y="33808"/>
                </a:cubicBezTo>
                <a:cubicBezTo>
                  <a:pt x="7638" y="39443"/>
                  <a:pt x="8640" y="39443"/>
                  <a:pt x="10142" y="37565"/>
                </a:cubicBezTo>
                <a:cubicBezTo>
                  <a:pt x="11019" y="37565"/>
                  <a:pt x="11519" y="37565"/>
                  <a:pt x="11144" y="33808"/>
                </a:cubicBezTo>
                <a:cubicBezTo>
                  <a:pt x="10393" y="33808"/>
                  <a:pt x="10017" y="37565"/>
                  <a:pt x="9516" y="43200"/>
                </a:cubicBezTo>
                <a:cubicBezTo>
                  <a:pt x="10393" y="39443"/>
                  <a:pt x="10893" y="33808"/>
                  <a:pt x="11019" y="22539"/>
                </a:cubicBezTo>
                <a:cubicBezTo>
                  <a:pt x="10267" y="18782"/>
                  <a:pt x="9391" y="18782"/>
                  <a:pt x="8640" y="26295"/>
                </a:cubicBezTo>
                <a:cubicBezTo>
                  <a:pt x="8139" y="31930"/>
                  <a:pt x="9015" y="37565"/>
                  <a:pt x="10017" y="31930"/>
                </a:cubicBezTo>
                <a:cubicBezTo>
                  <a:pt x="10768" y="26295"/>
                  <a:pt x="11019" y="20660"/>
                  <a:pt x="10267" y="16904"/>
                </a:cubicBezTo>
                <a:cubicBezTo>
                  <a:pt x="9391" y="18782"/>
                  <a:pt x="8139" y="22539"/>
                  <a:pt x="7387" y="30052"/>
                </a:cubicBezTo>
                <a:cubicBezTo>
                  <a:pt x="8013" y="30052"/>
                  <a:pt x="8890" y="22539"/>
                  <a:pt x="9641" y="16904"/>
                </a:cubicBezTo>
                <a:cubicBezTo>
                  <a:pt x="10142" y="9391"/>
                  <a:pt x="9391" y="5634"/>
                  <a:pt x="8514" y="7513"/>
                </a:cubicBezTo>
                <a:cubicBezTo>
                  <a:pt x="7638" y="11269"/>
                  <a:pt x="7513" y="18782"/>
                  <a:pt x="8013" y="18782"/>
                </a:cubicBezTo>
                <a:cubicBezTo>
                  <a:pt x="8765" y="16904"/>
                  <a:pt x="10017" y="15026"/>
                  <a:pt x="11019" y="9391"/>
                </a:cubicBezTo>
                <a:cubicBezTo>
                  <a:pt x="11519" y="5634"/>
                  <a:pt x="10393" y="7513"/>
                  <a:pt x="9641" y="15026"/>
                </a:cubicBezTo>
                <a:cubicBezTo>
                  <a:pt x="9516" y="22539"/>
                  <a:pt x="10893" y="26295"/>
                  <a:pt x="11645" y="18782"/>
                </a:cubicBezTo>
                <a:cubicBezTo>
                  <a:pt x="12271" y="15026"/>
                  <a:pt x="11269" y="15026"/>
                  <a:pt x="11019" y="20660"/>
                </a:cubicBezTo>
                <a:cubicBezTo>
                  <a:pt x="11645" y="22539"/>
                  <a:pt x="12521" y="22539"/>
                  <a:pt x="13398" y="16904"/>
                </a:cubicBezTo>
                <a:cubicBezTo>
                  <a:pt x="14149" y="11269"/>
                  <a:pt x="13273" y="11269"/>
                  <a:pt x="12521" y="18782"/>
                </a:cubicBezTo>
                <a:cubicBezTo>
                  <a:pt x="12271" y="26295"/>
                  <a:pt x="13022" y="28173"/>
                  <a:pt x="13773" y="26295"/>
                </a:cubicBezTo>
                <a:cubicBezTo>
                  <a:pt x="14650" y="22539"/>
                  <a:pt x="15276" y="20660"/>
                  <a:pt x="14650" y="18782"/>
                </a:cubicBezTo>
                <a:cubicBezTo>
                  <a:pt x="13773" y="18782"/>
                  <a:pt x="13022" y="20660"/>
                  <a:pt x="13273" y="26295"/>
                </a:cubicBezTo>
                <a:cubicBezTo>
                  <a:pt x="14149" y="26295"/>
                  <a:pt x="15151" y="22539"/>
                  <a:pt x="15777" y="18782"/>
                </a:cubicBezTo>
                <a:cubicBezTo>
                  <a:pt x="15401" y="15026"/>
                  <a:pt x="14775" y="15026"/>
                  <a:pt x="14400" y="18782"/>
                </a:cubicBezTo>
                <a:cubicBezTo>
                  <a:pt x="15026" y="20660"/>
                  <a:pt x="15777" y="18782"/>
                  <a:pt x="16528" y="15026"/>
                </a:cubicBezTo>
                <a:cubicBezTo>
                  <a:pt x="17280" y="9391"/>
                  <a:pt x="16153" y="9391"/>
                  <a:pt x="15526" y="16904"/>
                </a:cubicBezTo>
                <a:cubicBezTo>
                  <a:pt x="15777" y="22539"/>
                  <a:pt x="16278" y="22539"/>
                  <a:pt x="17405" y="20660"/>
                </a:cubicBezTo>
                <a:cubicBezTo>
                  <a:pt x="18657" y="16904"/>
                  <a:pt x="19659" y="11269"/>
                  <a:pt x="20160" y="9391"/>
                </a:cubicBezTo>
                <a:cubicBezTo>
                  <a:pt x="19033" y="11269"/>
                  <a:pt x="18281" y="16904"/>
                  <a:pt x="17906" y="22539"/>
                </a:cubicBezTo>
                <a:cubicBezTo>
                  <a:pt x="18657" y="28173"/>
                  <a:pt x="19408" y="26295"/>
                  <a:pt x="20160" y="20660"/>
                </a:cubicBezTo>
                <a:cubicBezTo>
                  <a:pt x="20535" y="16904"/>
                  <a:pt x="19784" y="11269"/>
                  <a:pt x="19158" y="11269"/>
                </a:cubicBezTo>
                <a:cubicBezTo>
                  <a:pt x="18782" y="16904"/>
                  <a:pt x="18657" y="26295"/>
                  <a:pt x="19158" y="26295"/>
                </a:cubicBezTo>
                <a:cubicBezTo>
                  <a:pt x="20285" y="22539"/>
                  <a:pt x="21286" y="18782"/>
                  <a:pt x="22413" y="11269"/>
                </a:cubicBezTo>
                <a:cubicBezTo>
                  <a:pt x="23040" y="7513"/>
                  <a:pt x="22038" y="5634"/>
                  <a:pt x="21787" y="11269"/>
                </a:cubicBezTo>
                <a:cubicBezTo>
                  <a:pt x="21537" y="18782"/>
                  <a:pt x="21537" y="28173"/>
                  <a:pt x="22413" y="26295"/>
                </a:cubicBezTo>
                <a:cubicBezTo>
                  <a:pt x="23415" y="20660"/>
                  <a:pt x="24041" y="18782"/>
                  <a:pt x="22789" y="20660"/>
                </a:cubicBezTo>
                <a:cubicBezTo>
                  <a:pt x="22664" y="31930"/>
                  <a:pt x="23666" y="33808"/>
                  <a:pt x="24542" y="31930"/>
                </a:cubicBezTo>
                <a:cubicBezTo>
                  <a:pt x="25168" y="26295"/>
                  <a:pt x="25419" y="20660"/>
                  <a:pt x="24542" y="15026"/>
                </a:cubicBezTo>
                <a:cubicBezTo>
                  <a:pt x="23666" y="15026"/>
                  <a:pt x="23040" y="18782"/>
                  <a:pt x="23415" y="26295"/>
                </a:cubicBezTo>
                <a:cubicBezTo>
                  <a:pt x="24417" y="26295"/>
                  <a:pt x="25419" y="20660"/>
                  <a:pt x="26170" y="16904"/>
                </a:cubicBezTo>
                <a:cubicBezTo>
                  <a:pt x="26671" y="11269"/>
                  <a:pt x="25920" y="11269"/>
                  <a:pt x="25293" y="15026"/>
                </a:cubicBezTo>
                <a:cubicBezTo>
                  <a:pt x="24918" y="18782"/>
                  <a:pt x="25419" y="18782"/>
                  <a:pt x="26170" y="18782"/>
                </a:cubicBezTo>
                <a:cubicBezTo>
                  <a:pt x="26921" y="15026"/>
                  <a:pt x="27422" y="9391"/>
                  <a:pt x="26796" y="5634"/>
                </a:cubicBezTo>
                <a:cubicBezTo>
                  <a:pt x="26420" y="9391"/>
                  <a:pt x="26295" y="18782"/>
                  <a:pt x="26671" y="26295"/>
                </a:cubicBezTo>
                <a:cubicBezTo>
                  <a:pt x="27422" y="26295"/>
                  <a:pt x="28173" y="22539"/>
                  <a:pt x="29050" y="18782"/>
                </a:cubicBezTo>
                <a:cubicBezTo>
                  <a:pt x="29676" y="15026"/>
                  <a:pt x="29175" y="9391"/>
                  <a:pt x="28549" y="11269"/>
                </a:cubicBezTo>
                <a:cubicBezTo>
                  <a:pt x="28048" y="18782"/>
                  <a:pt x="29050" y="22539"/>
                  <a:pt x="30177" y="16904"/>
                </a:cubicBezTo>
                <a:cubicBezTo>
                  <a:pt x="30678" y="11269"/>
                  <a:pt x="31805" y="5634"/>
                  <a:pt x="32055" y="0"/>
                </a:cubicBezTo>
                <a:cubicBezTo>
                  <a:pt x="30678" y="5634"/>
                  <a:pt x="30302" y="9391"/>
                  <a:pt x="30177" y="18782"/>
                </a:cubicBezTo>
                <a:cubicBezTo>
                  <a:pt x="30177" y="26295"/>
                  <a:pt x="31304" y="26295"/>
                  <a:pt x="31930" y="20660"/>
                </a:cubicBezTo>
                <a:cubicBezTo>
                  <a:pt x="32806" y="18782"/>
                  <a:pt x="33433" y="15026"/>
                  <a:pt x="32431" y="11269"/>
                </a:cubicBezTo>
                <a:cubicBezTo>
                  <a:pt x="31805" y="16904"/>
                  <a:pt x="31930" y="28173"/>
                  <a:pt x="32806" y="28173"/>
                </a:cubicBezTo>
                <a:cubicBezTo>
                  <a:pt x="33808" y="28173"/>
                  <a:pt x="34309" y="22539"/>
                  <a:pt x="34560" y="16904"/>
                </a:cubicBezTo>
                <a:cubicBezTo>
                  <a:pt x="33808" y="15026"/>
                  <a:pt x="33182" y="15026"/>
                  <a:pt x="32681" y="16904"/>
                </a:cubicBezTo>
                <a:cubicBezTo>
                  <a:pt x="33057" y="22539"/>
                  <a:pt x="33808" y="22539"/>
                  <a:pt x="34560" y="20660"/>
                </a:cubicBezTo>
                <a:cubicBezTo>
                  <a:pt x="35060" y="16904"/>
                  <a:pt x="35436" y="11269"/>
                  <a:pt x="34935" y="9391"/>
                </a:cubicBezTo>
                <a:cubicBezTo>
                  <a:pt x="34560" y="15026"/>
                  <a:pt x="34309" y="20660"/>
                  <a:pt x="34685" y="28173"/>
                </a:cubicBezTo>
                <a:cubicBezTo>
                  <a:pt x="35436" y="28173"/>
                  <a:pt x="36187" y="26295"/>
                  <a:pt x="36813" y="20660"/>
                </a:cubicBezTo>
                <a:cubicBezTo>
                  <a:pt x="36438" y="16904"/>
                  <a:pt x="36062" y="26295"/>
                  <a:pt x="36813" y="30052"/>
                </a:cubicBezTo>
                <a:cubicBezTo>
                  <a:pt x="37440" y="26295"/>
                  <a:pt x="37940" y="18782"/>
                  <a:pt x="38316" y="15026"/>
                </a:cubicBezTo>
                <a:cubicBezTo>
                  <a:pt x="37940" y="11269"/>
                  <a:pt x="37440" y="18782"/>
                  <a:pt x="37189" y="26295"/>
                </a:cubicBezTo>
                <a:cubicBezTo>
                  <a:pt x="38191" y="22539"/>
                  <a:pt x="39067" y="18782"/>
                  <a:pt x="39819" y="11269"/>
                </a:cubicBezTo>
                <a:cubicBezTo>
                  <a:pt x="40570" y="7513"/>
                  <a:pt x="40069" y="5634"/>
                  <a:pt x="39693" y="11269"/>
                </a:cubicBezTo>
                <a:cubicBezTo>
                  <a:pt x="39318" y="18782"/>
                  <a:pt x="39193" y="26295"/>
                  <a:pt x="39944" y="30052"/>
                </a:cubicBezTo>
                <a:cubicBezTo>
                  <a:pt x="40445" y="22539"/>
                  <a:pt x="40695" y="16904"/>
                  <a:pt x="39944" y="22539"/>
                </a:cubicBezTo>
                <a:cubicBezTo>
                  <a:pt x="39568" y="31930"/>
                  <a:pt x="40069" y="33808"/>
                  <a:pt x="40570" y="30052"/>
                </a:cubicBezTo>
                <a:cubicBezTo>
                  <a:pt x="41071" y="20660"/>
                  <a:pt x="41446" y="28173"/>
                  <a:pt x="42198" y="28173"/>
                </a:cubicBezTo>
                <a:cubicBezTo>
                  <a:pt x="42699" y="22539"/>
                  <a:pt x="43200" y="20660"/>
                  <a:pt x="42198" y="20660"/>
                </a:cubicBezTo>
                <a:cubicBezTo>
                  <a:pt x="42073" y="28173"/>
                  <a:pt x="42573" y="20660"/>
                  <a:pt x="42573" y="9391"/>
                </a:cubicBezTo>
                <a:quadBezTo>
                  <a:pt x="41947" y="5634"/>
                  <a:pt x="41446" y="9391"/>
                </a:quadBezTo>
              </a:path>
            </a:pathLst>
          </a:custGeom>
          <a:noFill/>
          <a:ln cap="flat" cmpd="sng" w="126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1667084" y="3209472"/>
            <a:ext cx="183636" cy="518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11566322" y="186713"/>
            <a:ext cx="183636" cy="305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5791502" y="3209475"/>
            <a:ext cx="32988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3(x+4) = 3x + 12</a:t>
            </a:r>
            <a:endParaRPr b="0" i="0" sz="2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171473" y="7860631"/>
            <a:ext cx="3298657" cy="180473"/>
          </a:xfrm>
          <a:custGeom>
            <a:rect b="b" l="l" r="r" t="t"/>
            <a:pathLst>
              <a:path extrusionOk="0" fill="none" h="43200" w="43200">
                <a:moveTo>
                  <a:pt x="1838" y="4799"/>
                </a:moveTo>
                <a:cubicBezTo>
                  <a:pt x="1575" y="14400"/>
                  <a:pt x="1181" y="21599"/>
                  <a:pt x="919" y="28799"/>
                </a:cubicBezTo>
                <a:cubicBezTo>
                  <a:pt x="393" y="31200"/>
                  <a:pt x="0" y="35999"/>
                  <a:pt x="919" y="43200"/>
                </a:cubicBezTo>
                <a:cubicBezTo>
                  <a:pt x="1838" y="43200"/>
                  <a:pt x="3413" y="43200"/>
                  <a:pt x="4858" y="40799"/>
                </a:cubicBezTo>
                <a:cubicBezTo>
                  <a:pt x="6827" y="40799"/>
                  <a:pt x="8666" y="40799"/>
                  <a:pt x="9848" y="40799"/>
                </a:cubicBezTo>
                <a:cubicBezTo>
                  <a:pt x="10373" y="35999"/>
                  <a:pt x="10898" y="35999"/>
                  <a:pt x="11555" y="40799"/>
                </a:cubicBezTo>
                <a:cubicBezTo>
                  <a:pt x="12211" y="43200"/>
                  <a:pt x="12868" y="43200"/>
                  <a:pt x="13655" y="43200"/>
                </a:cubicBezTo>
                <a:cubicBezTo>
                  <a:pt x="14443" y="43200"/>
                  <a:pt x="15625" y="43200"/>
                  <a:pt x="16807" y="43200"/>
                </a:cubicBezTo>
                <a:cubicBezTo>
                  <a:pt x="17726" y="43200"/>
                  <a:pt x="18251" y="33599"/>
                  <a:pt x="18908" y="33599"/>
                </a:cubicBezTo>
                <a:cubicBezTo>
                  <a:pt x="19433" y="35999"/>
                  <a:pt x="20221" y="35999"/>
                  <a:pt x="20615" y="31200"/>
                </a:cubicBezTo>
                <a:cubicBezTo>
                  <a:pt x="19696" y="31200"/>
                  <a:pt x="18251" y="31200"/>
                  <a:pt x="16807" y="31200"/>
                </a:cubicBezTo>
                <a:cubicBezTo>
                  <a:pt x="15494" y="33599"/>
                  <a:pt x="14049" y="33599"/>
                  <a:pt x="12474" y="31200"/>
                </a:cubicBezTo>
                <a:cubicBezTo>
                  <a:pt x="11686" y="28799"/>
                  <a:pt x="12211" y="21599"/>
                  <a:pt x="13262" y="16799"/>
                </a:cubicBezTo>
                <a:cubicBezTo>
                  <a:pt x="13787" y="16799"/>
                  <a:pt x="14706" y="16799"/>
                  <a:pt x="15625" y="16799"/>
                </a:cubicBezTo>
                <a:cubicBezTo>
                  <a:pt x="16938" y="16799"/>
                  <a:pt x="17726" y="16799"/>
                  <a:pt x="18908" y="16799"/>
                </a:cubicBezTo>
                <a:cubicBezTo>
                  <a:pt x="19696" y="16799"/>
                  <a:pt x="20483" y="16799"/>
                  <a:pt x="21271" y="16799"/>
                </a:cubicBezTo>
                <a:cubicBezTo>
                  <a:pt x="22847" y="16799"/>
                  <a:pt x="24423" y="19200"/>
                  <a:pt x="25867" y="19200"/>
                </a:cubicBezTo>
                <a:cubicBezTo>
                  <a:pt x="27049" y="19200"/>
                  <a:pt x="28099" y="19200"/>
                  <a:pt x="29150" y="16799"/>
                </a:cubicBezTo>
                <a:cubicBezTo>
                  <a:pt x="29675" y="16799"/>
                  <a:pt x="30463" y="16799"/>
                  <a:pt x="31251" y="16799"/>
                </a:cubicBezTo>
                <a:cubicBezTo>
                  <a:pt x="31776" y="14400"/>
                  <a:pt x="32564" y="11999"/>
                  <a:pt x="33614" y="11999"/>
                </a:cubicBezTo>
                <a:cubicBezTo>
                  <a:pt x="34533" y="11999"/>
                  <a:pt x="35584" y="11999"/>
                  <a:pt x="35978" y="7200"/>
                </a:cubicBezTo>
                <a:cubicBezTo>
                  <a:pt x="36503" y="7200"/>
                  <a:pt x="37159" y="7200"/>
                  <a:pt x="37947" y="2400"/>
                </a:cubicBezTo>
                <a:cubicBezTo>
                  <a:pt x="38998" y="2400"/>
                  <a:pt x="39786" y="2400"/>
                  <a:pt x="40442" y="2400"/>
                </a:cubicBezTo>
                <a:cubicBezTo>
                  <a:pt x="40967" y="2400"/>
                  <a:pt x="41624" y="0"/>
                  <a:pt x="42543" y="2400"/>
                </a:cubicBezTo>
                <a:cubicBezTo>
                  <a:pt x="43200" y="2400"/>
                  <a:pt x="42674" y="2400"/>
                  <a:pt x="41755" y="14400"/>
                </a:cubicBezTo>
                <a:cubicBezTo>
                  <a:pt x="41230" y="21599"/>
                  <a:pt x="40836" y="26400"/>
                  <a:pt x="40311" y="26400"/>
                </a:cubicBezTo>
                <a:cubicBezTo>
                  <a:pt x="39392" y="26400"/>
                  <a:pt x="38604" y="26400"/>
                  <a:pt x="38079" y="28799"/>
                </a:cubicBezTo>
                <a:cubicBezTo>
                  <a:pt x="37422" y="28799"/>
                  <a:pt x="36897" y="28799"/>
                  <a:pt x="36372" y="28799"/>
                </a:cubicBezTo>
                <a:cubicBezTo>
                  <a:pt x="35190" y="28799"/>
                  <a:pt x="34271" y="28799"/>
                  <a:pt x="33745" y="28799"/>
                </a:cubicBezTo>
                <a:cubicBezTo>
                  <a:pt x="33089" y="28799"/>
                  <a:pt x="32301" y="28799"/>
                  <a:pt x="31776" y="31200"/>
                </a:cubicBezTo>
                <a:lnTo>
                  <a:pt x="31251" y="31200"/>
                </a:lnTo>
              </a:path>
            </a:pathLst>
          </a:custGeom>
          <a:noFill/>
          <a:ln cap="flat" cmpd="sng" w="126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4253883" y="4114800"/>
            <a:ext cx="6530101" cy="758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</a:pPr>
            <a:r>
              <a:rPr b="1" i="0" lang="en-US" sz="1850" u="none" cap="none" strike="noStrike">
                <a:solidFill>
                  <a:srgbClr val="DA1B2E"/>
                </a:solidFill>
                <a:latin typeface="Calibri"/>
                <a:ea typeface="Calibri"/>
                <a:cs typeface="Calibri"/>
                <a:sym typeface="Calibri"/>
              </a:rPr>
              <a:t>Si multiplicar es expandir la expresión, qué es factorizar?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/>
          <p:nvPr/>
        </p:nvSpPr>
        <p:spPr>
          <a:xfrm>
            <a:off x="233330" y="232613"/>
            <a:ext cx="6996668" cy="623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Calibri"/>
              <a:buNone/>
            </a:pPr>
            <a:r>
              <a:rPr b="0" i="0" lang="en-US" sz="3900" u="none" cap="none" strike="noStrike">
                <a:solidFill>
                  <a:srgbClr val="1F1E1E"/>
                </a:solidFill>
                <a:latin typeface="Calibri"/>
                <a:ea typeface="Calibri"/>
                <a:cs typeface="Calibri"/>
                <a:sym typeface="Calibri"/>
              </a:rPr>
              <a:t>Ejercicio 1: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4253883" y="5343398"/>
            <a:ext cx="6530101" cy="758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</a:pPr>
            <a:r>
              <a:t/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181499" y="7750342"/>
            <a:ext cx="3459078" cy="230605"/>
          </a:xfrm>
          <a:custGeom>
            <a:rect b="b" l="l" r="r" t="t"/>
            <a:pathLst>
              <a:path extrusionOk="0" fill="none" h="43200" w="43200">
                <a:moveTo>
                  <a:pt x="1001" y="7513"/>
                </a:moveTo>
                <a:cubicBezTo>
                  <a:pt x="1001" y="16904"/>
                  <a:pt x="751" y="11269"/>
                  <a:pt x="250" y="15026"/>
                </a:cubicBezTo>
                <a:cubicBezTo>
                  <a:pt x="375" y="7513"/>
                  <a:pt x="250" y="15026"/>
                  <a:pt x="0" y="22539"/>
                </a:cubicBezTo>
                <a:cubicBezTo>
                  <a:pt x="250" y="15026"/>
                  <a:pt x="250" y="7513"/>
                  <a:pt x="125" y="18782"/>
                </a:cubicBezTo>
                <a:cubicBezTo>
                  <a:pt x="125" y="26295"/>
                  <a:pt x="1001" y="28173"/>
                  <a:pt x="1878" y="28173"/>
                </a:cubicBezTo>
                <a:cubicBezTo>
                  <a:pt x="3005" y="28173"/>
                  <a:pt x="3881" y="28173"/>
                  <a:pt x="4507" y="22539"/>
                </a:cubicBezTo>
                <a:cubicBezTo>
                  <a:pt x="3631" y="20660"/>
                  <a:pt x="3005" y="26295"/>
                  <a:pt x="2504" y="37565"/>
                </a:cubicBezTo>
                <a:cubicBezTo>
                  <a:pt x="3506" y="37565"/>
                  <a:pt x="4006" y="30052"/>
                  <a:pt x="4758" y="22539"/>
                </a:cubicBezTo>
                <a:cubicBezTo>
                  <a:pt x="5133" y="16904"/>
                  <a:pt x="5008" y="9391"/>
                  <a:pt x="4382" y="9391"/>
                </a:cubicBezTo>
                <a:cubicBezTo>
                  <a:pt x="3631" y="15026"/>
                  <a:pt x="3255" y="20660"/>
                  <a:pt x="3130" y="28173"/>
                </a:cubicBezTo>
                <a:cubicBezTo>
                  <a:pt x="3631" y="30052"/>
                  <a:pt x="4382" y="30052"/>
                  <a:pt x="5384" y="26295"/>
                </a:cubicBezTo>
                <a:cubicBezTo>
                  <a:pt x="6135" y="22539"/>
                  <a:pt x="6636" y="18782"/>
                  <a:pt x="5634" y="16904"/>
                </a:cubicBezTo>
                <a:cubicBezTo>
                  <a:pt x="4507" y="16904"/>
                  <a:pt x="3506" y="20660"/>
                  <a:pt x="2754" y="22539"/>
                </a:cubicBezTo>
                <a:cubicBezTo>
                  <a:pt x="3506" y="20660"/>
                  <a:pt x="2880" y="16904"/>
                  <a:pt x="2253" y="20660"/>
                </a:cubicBezTo>
                <a:cubicBezTo>
                  <a:pt x="1753" y="26295"/>
                  <a:pt x="1502" y="31930"/>
                  <a:pt x="2379" y="28173"/>
                </a:cubicBezTo>
                <a:cubicBezTo>
                  <a:pt x="2754" y="22539"/>
                  <a:pt x="2754" y="15026"/>
                  <a:pt x="2379" y="18782"/>
                </a:cubicBezTo>
                <a:cubicBezTo>
                  <a:pt x="1627" y="26295"/>
                  <a:pt x="1502" y="33808"/>
                  <a:pt x="1753" y="39443"/>
                </a:cubicBezTo>
                <a:cubicBezTo>
                  <a:pt x="3005" y="39443"/>
                  <a:pt x="4382" y="39443"/>
                  <a:pt x="5885" y="39443"/>
                </a:cubicBezTo>
                <a:cubicBezTo>
                  <a:pt x="7137" y="33808"/>
                  <a:pt x="7638" y="31930"/>
                  <a:pt x="6886" y="33808"/>
                </a:cubicBezTo>
                <a:cubicBezTo>
                  <a:pt x="7638" y="39443"/>
                  <a:pt x="8640" y="39443"/>
                  <a:pt x="10142" y="37565"/>
                </a:cubicBezTo>
                <a:cubicBezTo>
                  <a:pt x="11019" y="37565"/>
                  <a:pt x="11519" y="37565"/>
                  <a:pt x="11144" y="33808"/>
                </a:cubicBezTo>
                <a:cubicBezTo>
                  <a:pt x="10393" y="33808"/>
                  <a:pt x="10017" y="37565"/>
                  <a:pt x="9516" y="43200"/>
                </a:cubicBezTo>
                <a:cubicBezTo>
                  <a:pt x="10393" y="39443"/>
                  <a:pt x="10893" y="33808"/>
                  <a:pt x="11019" y="22539"/>
                </a:cubicBezTo>
                <a:cubicBezTo>
                  <a:pt x="10267" y="18782"/>
                  <a:pt x="9391" y="18782"/>
                  <a:pt x="8640" y="26295"/>
                </a:cubicBezTo>
                <a:cubicBezTo>
                  <a:pt x="8139" y="31930"/>
                  <a:pt x="9015" y="37565"/>
                  <a:pt x="10017" y="31930"/>
                </a:cubicBezTo>
                <a:cubicBezTo>
                  <a:pt x="10768" y="26295"/>
                  <a:pt x="11019" y="20660"/>
                  <a:pt x="10267" y="16904"/>
                </a:cubicBezTo>
                <a:cubicBezTo>
                  <a:pt x="9391" y="18782"/>
                  <a:pt x="8139" y="22539"/>
                  <a:pt x="7387" y="30052"/>
                </a:cubicBezTo>
                <a:cubicBezTo>
                  <a:pt x="8013" y="30052"/>
                  <a:pt x="8890" y="22539"/>
                  <a:pt x="9641" y="16904"/>
                </a:cubicBezTo>
                <a:cubicBezTo>
                  <a:pt x="10142" y="9391"/>
                  <a:pt x="9391" y="5634"/>
                  <a:pt x="8514" y="7513"/>
                </a:cubicBezTo>
                <a:cubicBezTo>
                  <a:pt x="7638" y="11269"/>
                  <a:pt x="7513" y="18782"/>
                  <a:pt x="8013" y="18782"/>
                </a:cubicBezTo>
                <a:cubicBezTo>
                  <a:pt x="8765" y="16904"/>
                  <a:pt x="10017" y="15026"/>
                  <a:pt x="11019" y="9391"/>
                </a:cubicBezTo>
                <a:cubicBezTo>
                  <a:pt x="11519" y="5634"/>
                  <a:pt x="10393" y="7513"/>
                  <a:pt x="9641" y="15026"/>
                </a:cubicBezTo>
                <a:cubicBezTo>
                  <a:pt x="9516" y="22539"/>
                  <a:pt x="10893" y="26295"/>
                  <a:pt x="11645" y="18782"/>
                </a:cubicBezTo>
                <a:cubicBezTo>
                  <a:pt x="12271" y="15026"/>
                  <a:pt x="11269" y="15026"/>
                  <a:pt x="11019" y="20660"/>
                </a:cubicBezTo>
                <a:cubicBezTo>
                  <a:pt x="11645" y="22539"/>
                  <a:pt x="12521" y="22539"/>
                  <a:pt x="13398" y="16904"/>
                </a:cubicBezTo>
                <a:cubicBezTo>
                  <a:pt x="14149" y="11269"/>
                  <a:pt x="13273" y="11269"/>
                  <a:pt x="12521" y="18782"/>
                </a:cubicBezTo>
                <a:cubicBezTo>
                  <a:pt x="12271" y="26295"/>
                  <a:pt x="13022" y="28173"/>
                  <a:pt x="13773" y="26295"/>
                </a:cubicBezTo>
                <a:cubicBezTo>
                  <a:pt x="14650" y="22539"/>
                  <a:pt x="15276" y="20660"/>
                  <a:pt x="14650" y="18782"/>
                </a:cubicBezTo>
                <a:cubicBezTo>
                  <a:pt x="13773" y="18782"/>
                  <a:pt x="13022" y="20660"/>
                  <a:pt x="13273" y="26295"/>
                </a:cubicBezTo>
                <a:cubicBezTo>
                  <a:pt x="14149" y="26295"/>
                  <a:pt x="15151" y="22539"/>
                  <a:pt x="15777" y="18782"/>
                </a:cubicBezTo>
                <a:cubicBezTo>
                  <a:pt x="15401" y="15026"/>
                  <a:pt x="14775" y="15026"/>
                  <a:pt x="14400" y="18782"/>
                </a:cubicBezTo>
                <a:cubicBezTo>
                  <a:pt x="15026" y="20660"/>
                  <a:pt x="15777" y="18782"/>
                  <a:pt x="16528" y="15026"/>
                </a:cubicBezTo>
                <a:cubicBezTo>
                  <a:pt x="17280" y="9391"/>
                  <a:pt x="16153" y="9391"/>
                  <a:pt x="15526" y="16904"/>
                </a:cubicBezTo>
                <a:cubicBezTo>
                  <a:pt x="15777" y="22539"/>
                  <a:pt x="16278" y="22539"/>
                  <a:pt x="17405" y="20660"/>
                </a:cubicBezTo>
                <a:cubicBezTo>
                  <a:pt x="18657" y="16904"/>
                  <a:pt x="19659" y="11269"/>
                  <a:pt x="20160" y="9391"/>
                </a:cubicBezTo>
                <a:cubicBezTo>
                  <a:pt x="19033" y="11269"/>
                  <a:pt x="18281" y="16904"/>
                  <a:pt x="17906" y="22539"/>
                </a:cubicBezTo>
                <a:cubicBezTo>
                  <a:pt x="18657" y="28173"/>
                  <a:pt x="19408" y="26295"/>
                  <a:pt x="20160" y="20660"/>
                </a:cubicBezTo>
                <a:cubicBezTo>
                  <a:pt x="20535" y="16904"/>
                  <a:pt x="19784" y="11269"/>
                  <a:pt x="19158" y="11269"/>
                </a:cubicBezTo>
                <a:cubicBezTo>
                  <a:pt x="18782" y="16904"/>
                  <a:pt x="18657" y="26295"/>
                  <a:pt x="19158" y="26295"/>
                </a:cubicBezTo>
                <a:cubicBezTo>
                  <a:pt x="20285" y="22539"/>
                  <a:pt x="21286" y="18782"/>
                  <a:pt x="22413" y="11269"/>
                </a:cubicBezTo>
                <a:cubicBezTo>
                  <a:pt x="23040" y="7513"/>
                  <a:pt x="22038" y="5634"/>
                  <a:pt x="21787" y="11269"/>
                </a:cubicBezTo>
                <a:cubicBezTo>
                  <a:pt x="21537" y="18782"/>
                  <a:pt x="21537" y="28173"/>
                  <a:pt x="22413" y="26295"/>
                </a:cubicBezTo>
                <a:cubicBezTo>
                  <a:pt x="23415" y="20660"/>
                  <a:pt x="24041" y="18782"/>
                  <a:pt x="22789" y="20660"/>
                </a:cubicBezTo>
                <a:cubicBezTo>
                  <a:pt x="22664" y="31930"/>
                  <a:pt x="23666" y="33808"/>
                  <a:pt x="24542" y="31930"/>
                </a:cubicBezTo>
                <a:cubicBezTo>
                  <a:pt x="25168" y="26295"/>
                  <a:pt x="25419" y="20660"/>
                  <a:pt x="24542" y="15026"/>
                </a:cubicBezTo>
                <a:cubicBezTo>
                  <a:pt x="23666" y="15026"/>
                  <a:pt x="23040" y="18782"/>
                  <a:pt x="23415" y="26295"/>
                </a:cubicBezTo>
                <a:cubicBezTo>
                  <a:pt x="24417" y="26295"/>
                  <a:pt x="25419" y="20660"/>
                  <a:pt x="26170" y="16904"/>
                </a:cubicBezTo>
                <a:cubicBezTo>
                  <a:pt x="26671" y="11269"/>
                  <a:pt x="25920" y="11269"/>
                  <a:pt x="25293" y="15026"/>
                </a:cubicBezTo>
                <a:cubicBezTo>
                  <a:pt x="24918" y="18782"/>
                  <a:pt x="25419" y="18782"/>
                  <a:pt x="26170" y="18782"/>
                </a:cubicBezTo>
                <a:cubicBezTo>
                  <a:pt x="26921" y="15026"/>
                  <a:pt x="27422" y="9391"/>
                  <a:pt x="26796" y="5634"/>
                </a:cubicBezTo>
                <a:cubicBezTo>
                  <a:pt x="26420" y="9391"/>
                  <a:pt x="26295" y="18782"/>
                  <a:pt x="26671" y="26295"/>
                </a:cubicBezTo>
                <a:cubicBezTo>
                  <a:pt x="27422" y="26295"/>
                  <a:pt x="28173" y="22539"/>
                  <a:pt x="29050" y="18782"/>
                </a:cubicBezTo>
                <a:cubicBezTo>
                  <a:pt x="29676" y="15026"/>
                  <a:pt x="29175" y="9391"/>
                  <a:pt x="28549" y="11269"/>
                </a:cubicBezTo>
                <a:cubicBezTo>
                  <a:pt x="28048" y="18782"/>
                  <a:pt x="29050" y="22539"/>
                  <a:pt x="30177" y="16904"/>
                </a:cubicBezTo>
                <a:cubicBezTo>
                  <a:pt x="30678" y="11269"/>
                  <a:pt x="31805" y="5634"/>
                  <a:pt x="32055" y="0"/>
                </a:cubicBezTo>
                <a:cubicBezTo>
                  <a:pt x="30678" y="5634"/>
                  <a:pt x="30302" y="9391"/>
                  <a:pt x="30177" y="18782"/>
                </a:cubicBezTo>
                <a:cubicBezTo>
                  <a:pt x="30177" y="26295"/>
                  <a:pt x="31304" y="26295"/>
                  <a:pt x="31930" y="20660"/>
                </a:cubicBezTo>
                <a:cubicBezTo>
                  <a:pt x="32806" y="18782"/>
                  <a:pt x="33433" y="15026"/>
                  <a:pt x="32431" y="11269"/>
                </a:cubicBezTo>
                <a:cubicBezTo>
                  <a:pt x="31805" y="16904"/>
                  <a:pt x="31930" y="28173"/>
                  <a:pt x="32806" y="28173"/>
                </a:cubicBezTo>
                <a:cubicBezTo>
                  <a:pt x="33808" y="28173"/>
                  <a:pt x="34309" y="22539"/>
                  <a:pt x="34560" y="16904"/>
                </a:cubicBezTo>
                <a:cubicBezTo>
                  <a:pt x="33808" y="15026"/>
                  <a:pt x="33182" y="15026"/>
                  <a:pt x="32681" y="16904"/>
                </a:cubicBezTo>
                <a:cubicBezTo>
                  <a:pt x="33057" y="22539"/>
                  <a:pt x="33808" y="22539"/>
                  <a:pt x="34560" y="20660"/>
                </a:cubicBezTo>
                <a:cubicBezTo>
                  <a:pt x="35060" y="16904"/>
                  <a:pt x="35436" y="11269"/>
                  <a:pt x="34935" y="9391"/>
                </a:cubicBezTo>
                <a:cubicBezTo>
                  <a:pt x="34560" y="15026"/>
                  <a:pt x="34309" y="20660"/>
                  <a:pt x="34685" y="28173"/>
                </a:cubicBezTo>
                <a:cubicBezTo>
                  <a:pt x="35436" y="28173"/>
                  <a:pt x="36187" y="26295"/>
                  <a:pt x="36813" y="20660"/>
                </a:cubicBezTo>
                <a:cubicBezTo>
                  <a:pt x="36438" y="16904"/>
                  <a:pt x="36062" y="26295"/>
                  <a:pt x="36813" y="30052"/>
                </a:cubicBezTo>
                <a:cubicBezTo>
                  <a:pt x="37440" y="26295"/>
                  <a:pt x="37940" y="18782"/>
                  <a:pt x="38316" y="15026"/>
                </a:cubicBezTo>
                <a:cubicBezTo>
                  <a:pt x="37940" y="11269"/>
                  <a:pt x="37440" y="18782"/>
                  <a:pt x="37189" y="26295"/>
                </a:cubicBezTo>
                <a:cubicBezTo>
                  <a:pt x="38191" y="22539"/>
                  <a:pt x="39067" y="18782"/>
                  <a:pt x="39819" y="11269"/>
                </a:cubicBezTo>
                <a:cubicBezTo>
                  <a:pt x="40570" y="7513"/>
                  <a:pt x="40069" y="5634"/>
                  <a:pt x="39693" y="11269"/>
                </a:cubicBezTo>
                <a:cubicBezTo>
                  <a:pt x="39318" y="18782"/>
                  <a:pt x="39193" y="26295"/>
                  <a:pt x="39944" y="30052"/>
                </a:cubicBezTo>
                <a:cubicBezTo>
                  <a:pt x="40445" y="22539"/>
                  <a:pt x="40695" y="16904"/>
                  <a:pt x="39944" y="22539"/>
                </a:cubicBezTo>
                <a:cubicBezTo>
                  <a:pt x="39568" y="31930"/>
                  <a:pt x="40069" y="33808"/>
                  <a:pt x="40570" y="30052"/>
                </a:cubicBezTo>
                <a:cubicBezTo>
                  <a:pt x="41071" y="20660"/>
                  <a:pt x="41446" y="28173"/>
                  <a:pt x="42198" y="28173"/>
                </a:cubicBezTo>
                <a:cubicBezTo>
                  <a:pt x="42699" y="22539"/>
                  <a:pt x="43200" y="20660"/>
                  <a:pt x="42198" y="20660"/>
                </a:cubicBezTo>
                <a:cubicBezTo>
                  <a:pt x="42073" y="28173"/>
                  <a:pt x="42573" y="20660"/>
                  <a:pt x="42573" y="9391"/>
                </a:cubicBezTo>
                <a:quadBezTo>
                  <a:pt x="41947" y="5634"/>
                  <a:pt x="41446" y="9391"/>
                </a:quadBezTo>
              </a:path>
            </a:pathLst>
          </a:custGeom>
          <a:noFill/>
          <a:ln cap="flat" cmpd="sng" w="126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1667084" y="3209472"/>
            <a:ext cx="183636" cy="518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11566322" y="186713"/>
            <a:ext cx="183636" cy="305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5791503" y="3209475"/>
            <a:ext cx="34590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3(x+4) = 3x + 12</a:t>
            </a:r>
            <a:endParaRPr b="0" i="0" sz="2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171473" y="7860631"/>
            <a:ext cx="3298657" cy="180473"/>
          </a:xfrm>
          <a:custGeom>
            <a:rect b="b" l="l" r="r" t="t"/>
            <a:pathLst>
              <a:path extrusionOk="0" fill="none" h="43200" w="43200">
                <a:moveTo>
                  <a:pt x="1838" y="4799"/>
                </a:moveTo>
                <a:cubicBezTo>
                  <a:pt x="1575" y="14400"/>
                  <a:pt x="1181" y="21599"/>
                  <a:pt x="919" y="28799"/>
                </a:cubicBezTo>
                <a:cubicBezTo>
                  <a:pt x="393" y="31200"/>
                  <a:pt x="0" y="35999"/>
                  <a:pt x="919" y="43200"/>
                </a:cubicBezTo>
                <a:cubicBezTo>
                  <a:pt x="1838" y="43200"/>
                  <a:pt x="3413" y="43200"/>
                  <a:pt x="4858" y="40799"/>
                </a:cubicBezTo>
                <a:cubicBezTo>
                  <a:pt x="6827" y="40799"/>
                  <a:pt x="8666" y="40799"/>
                  <a:pt x="9848" y="40799"/>
                </a:cubicBezTo>
                <a:cubicBezTo>
                  <a:pt x="10373" y="35999"/>
                  <a:pt x="10898" y="35999"/>
                  <a:pt x="11555" y="40799"/>
                </a:cubicBezTo>
                <a:cubicBezTo>
                  <a:pt x="12211" y="43200"/>
                  <a:pt x="12868" y="43200"/>
                  <a:pt x="13655" y="43200"/>
                </a:cubicBezTo>
                <a:cubicBezTo>
                  <a:pt x="14443" y="43200"/>
                  <a:pt x="15625" y="43200"/>
                  <a:pt x="16807" y="43200"/>
                </a:cubicBezTo>
                <a:cubicBezTo>
                  <a:pt x="17726" y="43200"/>
                  <a:pt x="18251" y="33599"/>
                  <a:pt x="18908" y="33599"/>
                </a:cubicBezTo>
                <a:cubicBezTo>
                  <a:pt x="19433" y="35999"/>
                  <a:pt x="20221" y="35999"/>
                  <a:pt x="20615" y="31200"/>
                </a:cubicBezTo>
                <a:cubicBezTo>
                  <a:pt x="19696" y="31200"/>
                  <a:pt x="18251" y="31200"/>
                  <a:pt x="16807" y="31200"/>
                </a:cubicBezTo>
                <a:cubicBezTo>
                  <a:pt x="15494" y="33599"/>
                  <a:pt x="14049" y="33599"/>
                  <a:pt x="12474" y="31200"/>
                </a:cubicBezTo>
                <a:cubicBezTo>
                  <a:pt x="11686" y="28799"/>
                  <a:pt x="12211" y="21599"/>
                  <a:pt x="13262" y="16799"/>
                </a:cubicBezTo>
                <a:cubicBezTo>
                  <a:pt x="13787" y="16799"/>
                  <a:pt x="14706" y="16799"/>
                  <a:pt x="15625" y="16799"/>
                </a:cubicBezTo>
                <a:cubicBezTo>
                  <a:pt x="16938" y="16799"/>
                  <a:pt x="17726" y="16799"/>
                  <a:pt x="18908" y="16799"/>
                </a:cubicBezTo>
                <a:cubicBezTo>
                  <a:pt x="19696" y="16799"/>
                  <a:pt x="20483" y="16799"/>
                  <a:pt x="21271" y="16799"/>
                </a:cubicBezTo>
                <a:cubicBezTo>
                  <a:pt x="22847" y="16799"/>
                  <a:pt x="24423" y="19200"/>
                  <a:pt x="25867" y="19200"/>
                </a:cubicBezTo>
                <a:cubicBezTo>
                  <a:pt x="27049" y="19200"/>
                  <a:pt x="28099" y="19200"/>
                  <a:pt x="29150" y="16799"/>
                </a:cubicBezTo>
                <a:cubicBezTo>
                  <a:pt x="29675" y="16799"/>
                  <a:pt x="30463" y="16799"/>
                  <a:pt x="31251" y="16799"/>
                </a:cubicBezTo>
                <a:cubicBezTo>
                  <a:pt x="31776" y="14400"/>
                  <a:pt x="32564" y="11999"/>
                  <a:pt x="33614" y="11999"/>
                </a:cubicBezTo>
                <a:cubicBezTo>
                  <a:pt x="34533" y="11999"/>
                  <a:pt x="35584" y="11999"/>
                  <a:pt x="35978" y="7200"/>
                </a:cubicBezTo>
                <a:cubicBezTo>
                  <a:pt x="36503" y="7200"/>
                  <a:pt x="37159" y="7200"/>
                  <a:pt x="37947" y="2400"/>
                </a:cubicBezTo>
                <a:cubicBezTo>
                  <a:pt x="38998" y="2400"/>
                  <a:pt x="39786" y="2400"/>
                  <a:pt x="40442" y="2400"/>
                </a:cubicBezTo>
                <a:cubicBezTo>
                  <a:pt x="40967" y="2400"/>
                  <a:pt x="41624" y="0"/>
                  <a:pt x="42543" y="2400"/>
                </a:cubicBezTo>
                <a:cubicBezTo>
                  <a:pt x="43200" y="2400"/>
                  <a:pt x="42674" y="2400"/>
                  <a:pt x="41755" y="14400"/>
                </a:cubicBezTo>
                <a:cubicBezTo>
                  <a:pt x="41230" y="21599"/>
                  <a:pt x="40836" y="26400"/>
                  <a:pt x="40311" y="26400"/>
                </a:cubicBezTo>
                <a:cubicBezTo>
                  <a:pt x="39392" y="26400"/>
                  <a:pt x="38604" y="26400"/>
                  <a:pt x="38079" y="28799"/>
                </a:cubicBezTo>
                <a:cubicBezTo>
                  <a:pt x="37422" y="28799"/>
                  <a:pt x="36897" y="28799"/>
                  <a:pt x="36372" y="28799"/>
                </a:cubicBezTo>
                <a:cubicBezTo>
                  <a:pt x="35190" y="28799"/>
                  <a:pt x="34271" y="28799"/>
                  <a:pt x="33745" y="28799"/>
                </a:cubicBezTo>
                <a:cubicBezTo>
                  <a:pt x="33089" y="28799"/>
                  <a:pt x="32301" y="28799"/>
                  <a:pt x="31776" y="31200"/>
                </a:cubicBezTo>
                <a:lnTo>
                  <a:pt x="31251" y="31200"/>
                </a:lnTo>
              </a:path>
            </a:pathLst>
          </a:custGeom>
          <a:noFill/>
          <a:ln cap="flat" cmpd="sng" w="126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4253883" y="4114800"/>
            <a:ext cx="6530101" cy="758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</a:pPr>
            <a:r>
              <a:rPr b="1" i="0" lang="en-US" sz="1850" u="none" cap="none" strike="noStrike">
                <a:solidFill>
                  <a:srgbClr val="DA1B2E"/>
                </a:solidFill>
                <a:latin typeface="Calibri"/>
                <a:ea typeface="Calibri"/>
                <a:cs typeface="Calibri"/>
                <a:sym typeface="Calibri"/>
              </a:rPr>
              <a:t>Si multiplicar es expandir la expresión, qué es factorizar?</a:t>
            </a:r>
            <a:br>
              <a:rPr b="0" i="0" lang="en-US" sz="1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el proceso inverso de distribuir o multiplicar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 flipH="1" rot="5399969">
            <a:off x="6618099" y="1558877"/>
            <a:ext cx="932447" cy="2211861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DA1B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6905193" y="1906616"/>
            <a:ext cx="6530101" cy="758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</a:pPr>
            <a:r>
              <a:rPr b="1" i="0" lang="en-US" sz="1850" u="none" cap="none" strike="noStrike">
                <a:solidFill>
                  <a:srgbClr val="DA1B2E"/>
                </a:solidFill>
                <a:latin typeface="Calibri"/>
                <a:ea typeface="Calibri"/>
                <a:cs typeface="Calibri"/>
                <a:sym typeface="Calibri"/>
              </a:rPr>
              <a:t>ctrl-z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/>
          <p:nvPr/>
        </p:nvSpPr>
        <p:spPr>
          <a:xfrm>
            <a:off x="3662768" y="3416227"/>
            <a:ext cx="6996668" cy="623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Calibri"/>
              <a:buNone/>
            </a:pPr>
            <a:r>
              <a:rPr b="0" i="0" lang="en-US" sz="3900" u="none" cap="none" strike="noStrike">
                <a:solidFill>
                  <a:srgbClr val="1F1E1E"/>
                </a:solidFill>
                <a:latin typeface="Calibri"/>
                <a:ea typeface="Calibri"/>
                <a:cs typeface="Calibri"/>
                <a:sym typeface="Calibri"/>
              </a:rPr>
              <a:t>Pregunta: Qué es un monomio?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4253883" y="5343398"/>
            <a:ext cx="6530101" cy="758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</a:pPr>
            <a:r>
              <a:t/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181499" y="7750342"/>
            <a:ext cx="3459078" cy="230605"/>
          </a:xfrm>
          <a:custGeom>
            <a:rect b="b" l="l" r="r" t="t"/>
            <a:pathLst>
              <a:path extrusionOk="0" fill="none" h="43200" w="43200">
                <a:moveTo>
                  <a:pt x="1001" y="7513"/>
                </a:moveTo>
                <a:cubicBezTo>
                  <a:pt x="1001" y="16904"/>
                  <a:pt x="751" y="11269"/>
                  <a:pt x="250" y="15026"/>
                </a:cubicBezTo>
                <a:cubicBezTo>
                  <a:pt x="375" y="7513"/>
                  <a:pt x="250" y="15026"/>
                  <a:pt x="0" y="22539"/>
                </a:cubicBezTo>
                <a:cubicBezTo>
                  <a:pt x="250" y="15026"/>
                  <a:pt x="250" y="7513"/>
                  <a:pt x="125" y="18782"/>
                </a:cubicBezTo>
                <a:cubicBezTo>
                  <a:pt x="125" y="26295"/>
                  <a:pt x="1001" y="28173"/>
                  <a:pt x="1878" y="28173"/>
                </a:cubicBezTo>
                <a:cubicBezTo>
                  <a:pt x="3005" y="28173"/>
                  <a:pt x="3881" y="28173"/>
                  <a:pt x="4507" y="22539"/>
                </a:cubicBezTo>
                <a:cubicBezTo>
                  <a:pt x="3631" y="20660"/>
                  <a:pt x="3005" y="26295"/>
                  <a:pt x="2504" y="37565"/>
                </a:cubicBezTo>
                <a:cubicBezTo>
                  <a:pt x="3506" y="37565"/>
                  <a:pt x="4006" y="30052"/>
                  <a:pt x="4758" y="22539"/>
                </a:cubicBezTo>
                <a:cubicBezTo>
                  <a:pt x="5133" y="16904"/>
                  <a:pt x="5008" y="9391"/>
                  <a:pt x="4382" y="9391"/>
                </a:cubicBezTo>
                <a:cubicBezTo>
                  <a:pt x="3631" y="15026"/>
                  <a:pt x="3255" y="20660"/>
                  <a:pt x="3130" y="28173"/>
                </a:cubicBezTo>
                <a:cubicBezTo>
                  <a:pt x="3631" y="30052"/>
                  <a:pt x="4382" y="30052"/>
                  <a:pt x="5384" y="26295"/>
                </a:cubicBezTo>
                <a:cubicBezTo>
                  <a:pt x="6135" y="22539"/>
                  <a:pt x="6636" y="18782"/>
                  <a:pt x="5634" y="16904"/>
                </a:cubicBezTo>
                <a:cubicBezTo>
                  <a:pt x="4507" y="16904"/>
                  <a:pt x="3506" y="20660"/>
                  <a:pt x="2754" y="22539"/>
                </a:cubicBezTo>
                <a:cubicBezTo>
                  <a:pt x="3506" y="20660"/>
                  <a:pt x="2880" y="16904"/>
                  <a:pt x="2253" y="20660"/>
                </a:cubicBezTo>
                <a:cubicBezTo>
                  <a:pt x="1753" y="26295"/>
                  <a:pt x="1502" y="31930"/>
                  <a:pt x="2379" y="28173"/>
                </a:cubicBezTo>
                <a:cubicBezTo>
                  <a:pt x="2754" y="22539"/>
                  <a:pt x="2754" y="15026"/>
                  <a:pt x="2379" y="18782"/>
                </a:cubicBezTo>
                <a:cubicBezTo>
                  <a:pt x="1627" y="26295"/>
                  <a:pt x="1502" y="33808"/>
                  <a:pt x="1753" y="39443"/>
                </a:cubicBezTo>
                <a:cubicBezTo>
                  <a:pt x="3005" y="39443"/>
                  <a:pt x="4382" y="39443"/>
                  <a:pt x="5885" y="39443"/>
                </a:cubicBezTo>
                <a:cubicBezTo>
                  <a:pt x="7137" y="33808"/>
                  <a:pt x="7638" y="31930"/>
                  <a:pt x="6886" y="33808"/>
                </a:cubicBezTo>
                <a:cubicBezTo>
                  <a:pt x="7638" y="39443"/>
                  <a:pt x="8640" y="39443"/>
                  <a:pt x="10142" y="37565"/>
                </a:cubicBezTo>
                <a:cubicBezTo>
                  <a:pt x="11019" y="37565"/>
                  <a:pt x="11519" y="37565"/>
                  <a:pt x="11144" y="33808"/>
                </a:cubicBezTo>
                <a:cubicBezTo>
                  <a:pt x="10393" y="33808"/>
                  <a:pt x="10017" y="37565"/>
                  <a:pt x="9516" y="43200"/>
                </a:cubicBezTo>
                <a:cubicBezTo>
                  <a:pt x="10393" y="39443"/>
                  <a:pt x="10893" y="33808"/>
                  <a:pt x="11019" y="22539"/>
                </a:cubicBezTo>
                <a:cubicBezTo>
                  <a:pt x="10267" y="18782"/>
                  <a:pt x="9391" y="18782"/>
                  <a:pt x="8640" y="26295"/>
                </a:cubicBezTo>
                <a:cubicBezTo>
                  <a:pt x="8139" y="31930"/>
                  <a:pt x="9015" y="37565"/>
                  <a:pt x="10017" y="31930"/>
                </a:cubicBezTo>
                <a:cubicBezTo>
                  <a:pt x="10768" y="26295"/>
                  <a:pt x="11019" y="20660"/>
                  <a:pt x="10267" y="16904"/>
                </a:cubicBezTo>
                <a:cubicBezTo>
                  <a:pt x="9391" y="18782"/>
                  <a:pt x="8139" y="22539"/>
                  <a:pt x="7387" y="30052"/>
                </a:cubicBezTo>
                <a:cubicBezTo>
                  <a:pt x="8013" y="30052"/>
                  <a:pt x="8890" y="22539"/>
                  <a:pt x="9641" y="16904"/>
                </a:cubicBezTo>
                <a:cubicBezTo>
                  <a:pt x="10142" y="9391"/>
                  <a:pt x="9391" y="5634"/>
                  <a:pt x="8514" y="7513"/>
                </a:cubicBezTo>
                <a:cubicBezTo>
                  <a:pt x="7638" y="11269"/>
                  <a:pt x="7513" y="18782"/>
                  <a:pt x="8013" y="18782"/>
                </a:cubicBezTo>
                <a:cubicBezTo>
                  <a:pt x="8765" y="16904"/>
                  <a:pt x="10017" y="15026"/>
                  <a:pt x="11019" y="9391"/>
                </a:cubicBezTo>
                <a:cubicBezTo>
                  <a:pt x="11519" y="5634"/>
                  <a:pt x="10393" y="7513"/>
                  <a:pt x="9641" y="15026"/>
                </a:cubicBezTo>
                <a:cubicBezTo>
                  <a:pt x="9516" y="22539"/>
                  <a:pt x="10893" y="26295"/>
                  <a:pt x="11645" y="18782"/>
                </a:cubicBezTo>
                <a:cubicBezTo>
                  <a:pt x="12271" y="15026"/>
                  <a:pt x="11269" y="15026"/>
                  <a:pt x="11019" y="20660"/>
                </a:cubicBezTo>
                <a:cubicBezTo>
                  <a:pt x="11645" y="22539"/>
                  <a:pt x="12521" y="22539"/>
                  <a:pt x="13398" y="16904"/>
                </a:cubicBezTo>
                <a:cubicBezTo>
                  <a:pt x="14149" y="11269"/>
                  <a:pt x="13273" y="11269"/>
                  <a:pt x="12521" y="18782"/>
                </a:cubicBezTo>
                <a:cubicBezTo>
                  <a:pt x="12271" y="26295"/>
                  <a:pt x="13022" y="28173"/>
                  <a:pt x="13773" y="26295"/>
                </a:cubicBezTo>
                <a:cubicBezTo>
                  <a:pt x="14650" y="22539"/>
                  <a:pt x="15276" y="20660"/>
                  <a:pt x="14650" y="18782"/>
                </a:cubicBezTo>
                <a:cubicBezTo>
                  <a:pt x="13773" y="18782"/>
                  <a:pt x="13022" y="20660"/>
                  <a:pt x="13273" y="26295"/>
                </a:cubicBezTo>
                <a:cubicBezTo>
                  <a:pt x="14149" y="26295"/>
                  <a:pt x="15151" y="22539"/>
                  <a:pt x="15777" y="18782"/>
                </a:cubicBezTo>
                <a:cubicBezTo>
                  <a:pt x="15401" y="15026"/>
                  <a:pt x="14775" y="15026"/>
                  <a:pt x="14400" y="18782"/>
                </a:cubicBezTo>
                <a:cubicBezTo>
                  <a:pt x="15026" y="20660"/>
                  <a:pt x="15777" y="18782"/>
                  <a:pt x="16528" y="15026"/>
                </a:cubicBezTo>
                <a:cubicBezTo>
                  <a:pt x="17280" y="9391"/>
                  <a:pt x="16153" y="9391"/>
                  <a:pt x="15526" y="16904"/>
                </a:cubicBezTo>
                <a:cubicBezTo>
                  <a:pt x="15777" y="22539"/>
                  <a:pt x="16278" y="22539"/>
                  <a:pt x="17405" y="20660"/>
                </a:cubicBezTo>
                <a:cubicBezTo>
                  <a:pt x="18657" y="16904"/>
                  <a:pt x="19659" y="11269"/>
                  <a:pt x="20160" y="9391"/>
                </a:cubicBezTo>
                <a:cubicBezTo>
                  <a:pt x="19033" y="11269"/>
                  <a:pt x="18281" y="16904"/>
                  <a:pt x="17906" y="22539"/>
                </a:cubicBezTo>
                <a:cubicBezTo>
                  <a:pt x="18657" y="28173"/>
                  <a:pt x="19408" y="26295"/>
                  <a:pt x="20160" y="20660"/>
                </a:cubicBezTo>
                <a:cubicBezTo>
                  <a:pt x="20535" y="16904"/>
                  <a:pt x="19784" y="11269"/>
                  <a:pt x="19158" y="11269"/>
                </a:cubicBezTo>
                <a:cubicBezTo>
                  <a:pt x="18782" y="16904"/>
                  <a:pt x="18657" y="26295"/>
                  <a:pt x="19158" y="26295"/>
                </a:cubicBezTo>
                <a:cubicBezTo>
                  <a:pt x="20285" y="22539"/>
                  <a:pt x="21286" y="18782"/>
                  <a:pt x="22413" y="11269"/>
                </a:cubicBezTo>
                <a:cubicBezTo>
                  <a:pt x="23040" y="7513"/>
                  <a:pt x="22038" y="5634"/>
                  <a:pt x="21787" y="11269"/>
                </a:cubicBezTo>
                <a:cubicBezTo>
                  <a:pt x="21537" y="18782"/>
                  <a:pt x="21537" y="28173"/>
                  <a:pt x="22413" y="26295"/>
                </a:cubicBezTo>
                <a:cubicBezTo>
                  <a:pt x="23415" y="20660"/>
                  <a:pt x="24041" y="18782"/>
                  <a:pt x="22789" y="20660"/>
                </a:cubicBezTo>
                <a:cubicBezTo>
                  <a:pt x="22664" y="31930"/>
                  <a:pt x="23666" y="33808"/>
                  <a:pt x="24542" y="31930"/>
                </a:cubicBezTo>
                <a:cubicBezTo>
                  <a:pt x="25168" y="26295"/>
                  <a:pt x="25419" y="20660"/>
                  <a:pt x="24542" y="15026"/>
                </a:cubicBezTo>
                <a:cubicBezTo>
                  <a:pt x="23666" y="15026"/>
                  <a:pt x="23040" y="18782"/>
                  <a:pt x="23415" y="26295"/>
                </a:cubicBezTo>
                <a:cubicBezTo>
                  <a:pt x="24417" y="26295"/>
                  <a:pt x="25419" y="20660"/>
                  <a:pt x="26170" y="16904"/>
                </a:cubicBezTo>
                <a:cubicBezTo>
                  <a:pt x="26671" y="11269"/>
                  <a:pt x="25920" y="11269"/>
                  <a:pt x="25293" y="15026"/>
                </a:cubicBezTo>
                <a:cubicBezTo>
                  <a:pt x="24918" y="18782"/>
                  <a:pt x="25419" y="18782"/>
                  <a:pt x="26170" y="18782"/>
                </a:cubicBezTo>
                <a:cubicBezTo>
                  <a:pt x="26921" y="15026"/>
                  <a:pt x="27422" y="9391"/>
                  <a:pt x="26796" y="5634"/>
                </a:cubicBezTo>
                <a:cubicBezTo>
                  <a:pt x="26420" y="9391"/>
                  <a:pt x="26295" y="18782"/>
                  <a:pt x="26671" y="26295"/>
                </a:cubicBezTo>
                <a:cubicBezTo>
                  <a:pt x="27422" y="26295"/>
                  <a:pt x="28173" y="22539"/>
                  <a:pt x="29050" y="18782"/>
                </a:cubicBezTo>
                <a:cubicBezTo>
                  <a:pt x="29676" y="15026"/>
                  <a:pt x="29175" y="9391"/>
                  <a:pt x="28549" y="11269"/>
                </a:cubicBezTo>
                <a:cubicBezTo>
                  <a:pt x="28048" y="18782"/>
                  <a:pt x="29050" y="22539"/>
                  <a:pt x="30177" y="16904"/>
                </a:cubicBezTo>
                <a:cubicBezTo>
                  <a:pt x="30678" y="11269"/>
                  <a:pt x="31805" y="5634"/>
                  <a:pt x="32055" y="0"/>
                </a:cubicBezTo>
                <a:cubicBezTo>
                  <a:pt x="30678" y="5634"/>
                  <a:pt x="30302" y="9391"/>
                  <a:pt x="30177" y="18782"/>
                </a:cubicBezTo>
                <a:cubicBezTo>
                  <a:pt x="30177" y="26295"/>
                  <a:pt x="31304" y="26295"/>
                  <a:pt x="31930" y="20660"/>
                </a:cubicBezTo>
                <a:cubicBezTo>
                  <a:pt x="32806" y="18782"/>
                  <a:pt x="33433" y="15026"/>
                  <a:pt x="32431" y="11269"/>
                </a:cubicBezTo>
                <a:cubicBezTo>
                  <a:pt x="31805" y="16904"/>
                  <a:pt x="31930" y="28173"/>
                  <a:pt x="32806" y="28173"/>
                </a:cubicBezTo>
                <a:cubicBezTo>
                  <a:pt x="33808" y="28173"/>
                  <a:pt x="34309" y="22539"/>
                  <a:pt x="34560" y="16904"/>
                </a:cubicBezTo>
                <a:cubicBezTo>
                  <a:pt x="33808" y="15026"/>
                  <a:pt x="33182" y="15026"/>
                  <a:pt x="32681" y="16904"/>
                </a:cubicBezTo>
                <a:cubicBezTo>
                  <a:pt x="33057" y="22539"/>
                  <a:pt x="33808" y="22539"/>
                  <a:pt x="34560" y="20660"/>
                </a:cubicBezTo>
                <a:cubicBezTo>
                  <a:pt x="35060" y="16904"/>
                  <a:pt x="35436" y="11269"/>
                  <a:pt x="34935" y="9391"/>
                </a:cubicBezTo>
                <a:cubicBezTo>
                  <a:pt x="34560" y="15026"/>
                  <a:pt x="34309" y="20660"/>
                  <a:pt x="34685" y="28173"/>
                </a:cubicBezTo>
                <a:cubicBezTo>
                  <a:pt x="35436" y="28173"/>
                  <a:pt x="36187" y="26295"/>
                  <a:pt x="36813" y="20660"/>
                </a:cubicBezTo>
                <a:cubicBezTo>
                  <a:pt x="36438" y="16904"/>
                  <a:pt x="36062" y="26295"/>
                  <a:pt x="36813" y="30052"/>
                </a:cubicBezTo>
                <a:cubicBezTo>
                  <a:pt x="37440" y="26295"/>
                  <a:pt x="37940" y="18782"/>
                  <a:pt x="38316" y="15026"/>
                </a:cubicBezTo>
                <a:cubicBezTo>
                  <a:pt x="37940" y="11269"/>
                  <a:pt x="37440" y="18782"/>
                  <a:pt x="37189" y="26295"/>
                </a:cubicBezTo>
                <a:cubicBezTo>
                  <a:pt x="38191" y="22539"/>
                  <a:pt x="39067" y="18782"/>
                  <a:pt x="39819" y="11269"/>
                </a:cubicBezTo>
                <a:cubicBezTo>
                  <a:pt x="40570" y="7513"/>
                  <a:pt x="40069" y="5634"/>
                  <a:pt x="39693" y="11269"/>
                </a:cubicBezTo>
                <a:cubicBezTo>
                  <a:pt x="39318" y="18782"/>
                  <a:pt x="39193" y="26295"/>
                  <a:pt x="39944" y="30052"/>
                </a:cubicBezTo>
                <a:cubicBezTo>
                  <a:pt x="40445" y="22539"/>
                  <a:pt x="40695" y="16904"/>
                  <a:pt x="39944" y="22539"/>
                </a:cubicBezTo>
                <a:cubicBezTo>
                  <a:pt x="39568" y="31930"/>
                  <a:pt x="40069" y="33808"/>
                  <a:pt x="40570" y="30052"/>
                </a:cubicBezTo>
                <a:cubicBezTo>
                  <a:pt x="41071" y="20660"/>
                  <a:pt x="41446" y="28173"/>
                  <a:pt x="42198" y="28173"/>
                </a:cubicBezTo>
                <a:cubicBezTo>
                  <a:pt x="42699" y="22539"/>
                  <a:pt x="43200" y="20660"/>
                  <a:pt x="42198" y="20660"/>
                </a:cubicBezTo>
                <a:cubicBezTo>
                  <a:pt x="42073" y="28173"/>
                  <a:pt x="42573" y="20660"/>
                  <a:pt x="42573" y="9391"/>
                </a:cubicBezTo>
                <a:quadBezTo>
                  <a:pt x="41947" y="5634"/>
                  <a:pt x="41446" y="9391"/>
                </a:quadBezTo>
              </a:path>
            </a:pathLst>
          </a:custGeom>
          <a:noFill/>
          <a:ln cap="flat" cmpd="sng" w="126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1667084" y="3209472"/>
            <a:ext cx="183636" cy="518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11566322" y="186713"/>
            <a:ext cx="183636" cy="305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171473" y="7860631"/>
            <a:ext cx="3298657" cy="180473"/>
          </a:xfrm>
          <a:custGeom>
            <a:rect b="b" l="l" r="r" t="t"/>
            <a:pathLst>
              <a:path extrusionOk="0" fill="none" h="43200" w="43200">
                <a:moveTo>
                  <a:pt x="1838" y="4799"/>
                </a:moveTo>
                <a:cubicBezTo>
                  <a:pt x="1575" y="14400"/>
                  <a:pt x="1181" y="21599"/>
                  <a:pt x="919" y="28799"/>
                </a:cubicBezTo>
                <a:cubicBezTo>
                  <a:pt x="393" y="31200"/>
                  <a:pt x="0" y="35999"/>
                  <a:pt x="919" y="43200"/>
                </a:cubicBezTo>
                <a:cubicBezTo>
                  <a:pt x="1838" y="43200"/>
                  <a:pt x="3413" y="43200"/>
                  <a:pt x="4858" y="40799"/>
                </a:cubicBezTo>
                <a:cubicBezTo>
                  <a:pt x="6827" y="40799"/>
                  <a:pt x="8666" y="40799"/>
                  <a:pt x="9848" y="40799"/>
                </a:cubicBezTo>
                <a:cubicBezTo>
                  <a:pt x="10373" y="35999"/>
                  <a:pt x="10898" y="35999"/>
                  <a:pt x="11555" y="40799"/>
                </a:cubicBezTo>
                <a:cubicBezTo>
                  <a:pt x="12211" y="43200"/>
                  <a:pt x="12868" y="43200"/>
                  <a:pt x="13655" y="43200"/>
                </a:cubicBezTo>
                <a:cubicBezTo>
                  <a:pt x="14443" y="43200"/>
                  <a:pt x="15625" y="43200"/>
                  <a:pt x="16807" y="43200"/>
                </a:cubicBezTo>
                <a:cubicBezTo>
                  <a:pt x="17726" y="43200"/>
                  <a:pt x="18251" y="33599"/>
                  <a:pt x="18908" y="33599"/>
                </a:cubicBezTo>
                <a:cubicBezTo>
                  <a:pt x="19433" y="35999"/>
                  <a:pt x="20221" y="35999"/>
                  <a:pt x="20615" y="31200"/>
                </a:cubicBezTo>
                <a:cubicBezTo>
                  <a:pt x="19696" y="31200"/>
                  <a:pt x="18251" y="31200"/>
                  <a:pt x="16807" y="31200"/>
                </a:cubicBezTo>
                <a:cubicBezTo>
                  <a:pt x="15494" y="33599"/>
                  <a:pt x="14049" y="33599"/>
                  <a:pt x="12474" y="31200"/>
                </a:cubicBezTo>
                <a:cubicBezTo>
                  <a:pt x="11686" y="28799"/>
                  <a:pt x="12211" y="21599"/>
                  <a:pt x="13262" y="16799"/>
                </a:cubicBezTo>
                <a:cubicBezTo>
                  <a:pt x="13787" y="16799"/>
                  <a:pt x="14706" y="16799"/>
                  <a:pt x="15625" y="16799"/>
                </a:cubicBezTo>
                <a:cubicBezTo>
                  <a:pt x="16938" y="16799"/>
                  <a:pt x="17726" y="16799"/>
                  <a:pt x="18908" y="16799"/>
                </a:cubicBezTo>
                <a:cubicBezTo>
                  <a:pt x="19696" y="16799"/>
                  <a:pt x="20483" y="16799"/>
                  <a:pt x="21271" y="16799"/>
                </a:cubicBezTo>
                <a:cubicBezTo>
                  <a:pt x="22847" y="16799"/>
                  <a:pt x="24423" y="19200"/>
                  <a:pt x="25867" y="19200"/>
                </a:cubicBezTo>
                <a:cubicBezTo>
                  <a:pt x="27049" y="19200"/>
                  <a:pt x="28099" y="19200"/>
                  <a:pt x="29150" y="16799"/>
                </a:cubicBezTo>
                <a:cubicBezTo>
                  <a:pt x="29675" y="16799"/>
                  <a:pt x="30463" y="16799"/>
                  <a:pt x="31251" y="16799"/>
                </a:cubicBezTo>
                <a:cubicBezTo>
                  <a:pt x="31776" y="14400"/>
                  <a:pt x="32564" y="11999"/>
                  <a:pt x="33614" y="11999"/>
                </a:cubicBezTo>
                <a:cubicBezTo>
                  <a:pt x="34533" y="11999"/>
                  <a:pt x="35584" y="11999"/>
                  <a:pt x="35978" y="7200"/>
                </a:cubicBezTo>
                <a:cubicBezTo>
                  <a:pt x="36503" y="7200"/>
                  <a:pt x="37159" y="7200"/>
                  <a:pt x="37947" y="2400"/>
                </a:cubicBezTo>
                <a:cubicBezTo>
                  <a:pt x="38998" y="2400"/>
                  <a:pt x="39786" y="2400"/>
                  <a:pt x="40442" y="2400"/>
                </a:cubicBezTo>
                <a:cubicBezTo>
                  <a:pt x="40967" y="2400"/>
                  <a:pt x="41624" y="0"/>
                  <a:pt x="42543" y="2400"/>
                </a:cubicBezTo>
                <a:cubicBezTo>
                  <a:pt x="43200" y="2400"/>
                  <a:pt x="42674" y="2400"/>
                  <a:pt x="41755" y="14400"/>
                </a:cubicBezTo>
                <a:cubicBezTo>
                  <a:pt x="41230" y="21599"/>
                  <a:pt x="40836" y="26400"/>
                  <a:pt x="40311" y="26400"/>
                </a:cubicBezTo>
                <a:cubicBezTo>
                  <a:pt x="39392" y="26400"/>
                  <a:pt x="38604" y="26400"/>
                  <a:pt x="38079" y="28799"/>
                </a:cubicBezTo>
                <a:cubicBezTo>
                  <a:pt x="37422" y="28799"/>
                  <a:pt x="36897" y="28799"/>
                  <a:pt x="36372" y="28799"/>
                </a:cubicBezTo>
                <a:cubicBezTo>
                  <a:pt x="35190" y="28799"/>
                  <a:pt x="34271" y="28799"/>
                  <a:pt x="33745" y="28799"/>
                </a:cubicBezTo>
                <a:cubicBezTo>
                  <a:pt x="33089" y="28799"/>
                  <a:pt x="32301" y="28799"/>
                  <a:pt x="31776" y="31200"/>
                </a:cubicBezTo>
                <a:lnTo>
                  <a:pt x="31251" y="31200"/>
                </a:lnTo>
              </a:path>
            </a:pathLst>
          </a:custGeom>
          <a:noFill/>
          <a:ln cap="flat" cmpd="sng" w="126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/>
          <p:nvPr/>
        </p:nvSpPr>
        <p:spPr>
          <a:xfrm>
            <a:off x="3662768" y="2074599"/>
            <a:ext cx="6996668" cy="623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Calibri"/>
              <a:buNone/>
            </a:pPr>
            <a:r>
              <a:rPr b="0" i="0" lang="en-US" sz="3900" u="none" cap="none" strike="noStrike">
                <a:solidFill>
                  <a:srgbClr val="1F1E1E"/>
                </a:solidFill>
                <a:latin typeface="Calibri"/>
                <a:ea typeface="Calibri"/>
                <a:cs typeface="Calibri"/>
                <a:sym typeface="Calibri"/>
              </a:rPr>
              <a:t>Pregunta: Qué es un monomio?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4253883" y="5343398"/>
            <a:ext cx="6530101" cy="758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</a:pPr>
            <a:r>
              <a:t/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181499" y="7750342"/>
            <a:ext cx="3459078" cy="230605"/>
          </a:xfrm>
          <a:custGeom>
            <a:rect b="b" l="l" r="r" t="t"/>
            <a:pathLst>
              <a:path extrusionOk="0" fill="none" h="43200" w="43200">
                <a:moveTo>
                  <a:pt x="1001" y="7513"/>
                </a:moveTo>
                <a:cubicBezTo>
                  <a:pt x="1001" y="16904"/>
                  <a:pt x="751" y="11269"/>
                  <a:pt x="250" y="15026"/>
                </a:cubicBezTo>
                <a:cubicBezTo>
                  <a:pt x="375" y="7513"/>
                  <a:pt x="250" y="15026"/>
                  <a:pt x="0" y="22539"/>
                </a:cubicBezTo>
                <a:cubicBezTo>
                  <a:pt x="250" y="15026"/>
                  <a:pt x="250" y="7513"/>
                  <a:pt x="125" y="18782"/>
                </a:cubicBezTo>
                <a:cubicBezTo>
                  <a:pt x="125" y="26295"/>
                  <a:pt x="1001" y="28173"/>
                  <a:pt x="1878" y="28173"/>
                </a:cubicBezTo>
                <a:cubicBezTo>
                  <a:pt x="3005" y="28173"/>
                  <a:pt x="3881" y="28173"/>
                  <a:pt x="4507" y="22539"/>
                </a:cubicBezTo>
                <a:cubicBezTo>
                  <a:pt x="3631" y="20660"/>
                  <a:pt x="3005" y="26295"/>
                  <a:pt x="2504" y="37565"/>
                </a:cubicBezTo>
                <a:cubicBezTo>
                  <a:pt x="3506" y="37565"/>
                  <a:pt x="4006" y="30052"/>
                  <a:pt x="4758" y="22539"/>
                </a:cubicBezTo>
                <a:cubicBezTo>
                  <a:pt x="5133" y="16904"/>
                  <a:pt x="5008" y="9391"/>
                  <a:pt x="4382" y="9391"/>
                </a:cubicBezTo>
                <a:cubicBezTo>
                  <a:pt x="3631" y="15026"/>
                  <a:pt x="3255" y="20660"/>
                  <a:pt x="3130" y="28173"/>
                </a:cubicBezTo>
                <a:cubicBezTo>
                  <a:pt x="3631" y="30052"/>
                  <a:pt x="4382" y="30052"/>
                  <a:pt x="5384" y="26295"/>
                </a:cubicBezTo>
                <a:cubicBezTo>
                  <a:pt x="6135" y="22539"/>
                  <a:pt x="6636" y="18782"/>
                  <a:pt x="5634" y="16904"/>
                </a:cubicBezTo>
                <a:cubicBezTo>
                  <a:pt x="4507" y="16904"/>
                  <a:pt x="3506" y="20660"/>
                  <a:pt x="2754" y="22539"/>
                </a:cubicBezTo>
                <a:cubicBezTo>
                  <a:pt x="3506" y="20660"/>
                  <a:pt x="2880" y="16904"/>
                  <a:pt x="2253" y="20660"/>
                </a:cubicBezTo>
                <a:cubicBezTo>
                  <a:pt x="1753" y="26295"/>
                  <a:pt x="1502" y="31930"/>
                  <a:pt x="2379" y="28173"/>
                </a:cubicBezTo>
                <a:cubicBezTo>
                  <a:pt x="2754" y="22539"/>
                  <a:pt x="2754" y="15026"/>
                  <a:pt x="2379" y="18782"/>
                </a:cubicBezTo>
                <a:cubicBezTo>
                  <a:pt x="1627" y="26295"/>
                  <a:pt x="1502" y="33808"/>
                  <a:pt x="1753" y="39443"/>
                </a:cubicBezTo>
                <a:cubicBezTo>
                  <a:pt x="3005" y="39443"/>
                  <a:pt x="4382" y="39443"/>
                  <a:pt x="5885" y="39443"/>
                </a:cubicBezTo>
                <a:cubicBezTo>
                  <a:pt x="7137" y="33808"/>
                  <a:pt x="7638" y="31930"/>
                  <a:pt x="6886" y="33808"/>
                </a:cubicBezTo>
                <a:cubicBezTo>
                  <a:pt x="7638" y="39443"/>
                  <a:pt x="8640" y="39443"/>
                  <a:pt x="10142" y="37565"/>
                </a:cubicBezTo>
                <a:cubicBezTo>
                  <a:pt x="11019" y="37565"/>
                  <a:pt x="11519" y="37565"/>
                  <a:pt x="11144" y="33808"/>
                </a:cubicBezTo>
                <a:cubicBezTo>
                  <a:pt x="10393" y="33808"/>
                  <a:pt x="10017" y="37565"/>
                  <a:pt x="9516" y="43200"/>
                </a:cubicBezTo>
                <a:cubicBezTo>
                  <a:pt x="10393" y="39443"/>
                  <a:pt x="10893" y="33808"/>
                  <a:pt x="11019" y="22539"/>
                </a:cubicBezTo>
                <a:cubicBezTo>
                  <a:pt x="10267" y="18782"/>
                  <a:pt x="9391" y="18782"/>
                  <a:pt x="8640" y="26295"/>
                </a:cubicBezTo>
                <a:cubicBezTo>
                  <a:pt x="8139" y="31930"/>
                  <a:pt x="9015" y="37565"/>
                  <a:pt x="10017" y="31930"/>
                </a:cubicBezTo>
                <a:cubicBezTo>
                  <a:pt x="10768" y="26295"/>
                  <a:pt x="11019" y="20660"/>
                  <a:pt x="10267" y="16904"/>
                </a:cubicBezTo>
                <a:cubicBezTo>
                  <a:pt x="9391" y="18782"/>
                  <a:pt x="8139" y="22539"/>
                  <a:pt x="7387" y="30052"/>
                </a:cubicBezTo>
                <a:cubicBezTo>
                  <a:pt x="8013" y="30052"/>
                  <a:pt x="8890" y="22539"/>
                  <a:pt x="9641" y="16904"/>
                </a:cubicBezTo>
                <a:cubicBezTo>
                  <a:pt x="10142" y="9391"/>
                  <a:pt x="9391" y="5634"/>
                  <a:pt x="8514" y="7513"/>
                </a:cubicBezTo>
                <a:cubicBezTo>
                  <a:pt x="7638" y="11269"/>
                  <a:pt x="7513" y="18782"/>
                  <a:pt x="8013" y="18782"/>
                </a:cubicBezTo>
                <a:cubicBezTo>
                  <a:pt x="8765" y="16904"/>
                  <a:pt x="10017" y="15026"/>
                  <a:pt x="11019" y="9391"/>
                </a:cubicBezTo>
                <a:cubicBezTo>
                  <a:pt x="11519" y="5634"/>
                  <a:pt x="10393" y="7513"/>
                  <a:pt x="9641" y="15026"/>
                </a:cubicBezTo>
                <a:cubicBezTo>
                  <a:pt x="9516" y="22539"/>
                  <a:pt x="10893" y="26295"/>
                  <a:pt x="11645" y="18782"/>
                </a:cubicBezTo>
                <a:cubicBezTo>
                  <a:pt x="12271" y="15026"/>
                  <a:pt x="11269" y="15026"/>
                  <a:pt x="11019" y="20660"/>
                </a:cubicBezTo>
                <a:cubicBezTo>
                  <a:pt x="11645" y="22539"/>
                  <a:pt x="12521" y="22539"/>
                  <a:pt x="13398" y="16904"/>
                </a:cubicBezTo>
                <a:cubicBezTo>
                  <a:pt x="14149" y="11269"/>
                  <a:pt x="13273" y="11269"/>
                  <a:pt x="12521" y="18782"/>
                </a:cubicBezTo>
                <a:cubicBezTo>
                  <a:pt x="12271" y="26295"/>
                  <a:pt x="13022" y="28173"/>
                  <a:pt x="13773" y="26295"/>
                </a:cubicBezTo>
                <a:cubicBezTo>
                  <a:pt x="14650" y="22539"/>
                  <a:pt x="15276" y="20660"/>
                  <a:pt x="14650" y="18782"/>
                </a:cubicBezTo>
                <a:cubicBezTo>
                  <a:pt x="13773" y="18782"/>
                  <a:pt x="13022" y="20660"/>
                  <a:pt x="13273" y="26295"/>
                </a:cubicBezTo>
                <a:cubicBezTo>
                  <a:pt x="14149" y="26295"/>
                  <a:pt x="15151" y="22539"/>
                  <a:pt x="15777" y="18782"/>
                </a:cubicBezTo>
                <a:cubicBezTo>
                  <a:pt x="15401" y="15026"/>
                  <a:pt x="14775" y="15026"/>
                  <a:pt x="14400" y="18782"/>
                </a:cubicBezTo>
                <a:cubicBezTo>
                  <a:pt x="15026" y="20660"/>
                  <a:pt x="15777" y="18782"/>
                  <a:pt x="16528" y="15026"/>
                </a:cubicBezTo>
                <a:cubicBezTo>
                  <a:pt x="17280" y="9391"/>
                  <a:pt x="16153" y="9391"/>
                  <a:pt x="15526" y="16904"/>
                </a:cubicBezTo>
                <a:cubicBezTo>
                  <a:pt x="15777" y="22539"/>
                  <a:pt x="16278" y="22539"/>
                  <a:pt x="17405" y="20660"/>
                </a:cubicBezTo>
                <a:cubicBezTo>
                  <a:pt x="18657" y="16904"/>
                  <a:pt x="19659" y="11269"/>
                  <a:pt x="20160" y="9391"/>
                </a:cubicBezTo>
                <a:cubicBezTo>
                  <a:pt x="19033" y="11269"/>
                  <a:pt x="18281" y="16904"/>
                  <a:pt x="17906" y="22539"/>
                </a:cubicBezTo>
                <a:cubicBezTo>
                  <a:pt x="18657" y="28173"/>
                  <a:pt x="19408" y="26295"/>
                  <a:pt x="20160" y="20660"/>
                </a:cubicBezTo>
                <a:cubicBezTo>
                  <a:pt x="20535" y="16904"/>
                  <a:pt x="19784" y="11269"/>
                  <a:pt x="19158" y="11269"/>
                </a:cubicBezTo>
                <a:cubicBezTo>
                  <a:pt x="18782" y="16904"/>
                  <a:pt x="18657" y="26295"/>
                  <a:pt x="19158" y="26295"/>
                </a:cubicBezTo>
                <a:cubicBezTo>
                  <a:pt x="20285" y="22539"/>
                  <a:pt x="21286" y="18782"/>
                  <a:pt x="22413" y="11269"/>
                </a:cubicBezTo>
                <a:cubicBezTo>
                  <a:pt x="23040" y="7513"/>
                  <a:pt x="22038" y="5634"/>
                  <a:pt x="21787" y="11269"/>
                </a:cubicBezTo>
                <a:cubicBezTo>
                  <a:pt x="21537" y="18782"/>
                  <a:pt x="21537" y="28173"/>
                  <a:pt x="22413" y="26295"/>
                </a:cubicBezTo>
                <a:cubicBezTo>
                  <a:pt x="23415" y="20660"/>
                  <a:pt x="24041" y="18782"/>
                  <a:pt x="22789" y="20660"/>
                </a:cubicBezTo>
                <a:cubicBezTo>
                  <a:pt x="22664" y="31930"/>
                  <a:pt x="23666" y="33808"/>
                  <a:pt x="24542" y="31930"/>
                </a:cubicBezTo>
                <a:cubicBezTo>
                  <a:pt x="25168" y="26295"/>
                  <a:pt x="25419" y="20660"/>
                  <a:pt x="24542" y="15026"/>
                </a:cubicBezTo>
                <a:cubicBezTo>
                  <a:pt x="23666" y="15026"/>
                  <a:pt x="23040" y="18782"/>
                  <a:pt x="23415" y="26295"/>
                </a:cubicBezTo>
                <a:cubicBezTo>
                  <a:pt x="24417" y="26295"/>
                  <a:pt x="25419" y="20660"/>
                  <a:pt x="26170" y="16904"/>
                </a:cubicBezTo>
                <a:cubicBezTo>
                  <a:pt x="26671" y="11269"/>
                  <a:pt x="25920" y="11269"/>
                  <a:pt x="25293" y="15026"/>
                </a:cubicBezTo>
                <a:cubicBezTo>
                  <a:pt x="24918" y="18782"/>
                  <a:pt x="25419" y="18782"/>
                  <a:pt x="26170" y="18782"/>
                </a:cubicBezTo>
                <a:cubicBezTo>
                  <a:pt x="26921" y="15026"/>
                  <a:pt x="27422" y="9391"/>
                  <a:pt x="26796" y="5634"/>
                </a:cubicBezTo>
                <a:cubicBezTo>
                  <a:pt x="26420" y="9391"/>
                  <a:pt x="26295" y="18782"/>
                  <a:pt x="26671" y="26295"/>
                </a:cubicBezTo>
                <a:cubicBezTo>
                  <a:pt x="27422" y="26295"/>
                  <a:pt x="28173" y="22539"/>
                  <a:pt x="29050" y="18782"/>
                </a:cubicBezTo>
                <a:cubicBezTo>
                  <a:pt x="29676" y="15026"/>
                  <a:pt x="29175" y="9391"/>
                  <a:pt x="28549" y="11269"/>
                </a:cubicBezTo>
                <a:cubicBezTo>
                  <a:pt x="28048" y="18782"/>
                  <a:pt x="29050" y="22539"/>
                  <a:pt x="30177" y="16904"/>
                </a:cubicBezTo>
                <a:cubicBezTo>
                  <a:pt x="30678" y="11269"/>
                  <a:pt x="31805" y="5634"/>
                  <a:pt x="32055" y="0"/>
                </a:cubicBezTo>
                <a:cubicBezTo>
                  <a:pt x="30678" y="5634"/>
                  <a:pt x="30302" y="9391"/>
                  <a:pt x="30177" y="18782"/>
                </a:cubicBezTo>
                <a:cubicBezTo>
                  <a:pt x="30177" y="26295"/>
                  <a:pt x="31304" y="26295"/>
                  <a:pt x="31930" y="20660"/>
                </a:cubicBezTo>
                <a:cubicBezTo>
                  <a:pt x="32806" y="18782"/>
                  <a:pt x="33433" y="15026"/>
                  <a:pt x="32431" y="11269"/>
                </a:cubicBezTo>
                <a:cubicBezTo>
                  <a:pt x="31805" y="16904"/>
                  <a:pt x="31930" y="28173"/>
                  <a:pt x="32806" y="28173"/>
                </a:cubicBezTo>
                <a:cubicBezTo>
                  <a:pt x="33808" y="28173"/>
                  <a:pt x="34309" y="22539"/>
                  <a:pt x="34560" y="16904"/>
                </a:cubicBezTo>
                <a:cubicBezTo>
                  <a:pt x="33808" y="15026"/>
                  <a:pt x="33182" y="15026"/>
                  <a:pt x="32681" y="16904"/>
                </a:cubicBezTo>
                <a:cubicBezTo>
                  <a:pt x="33057" y="22539"/>
                  <a:pt x="33808" y="22539"/>
                  <a:pt x="34560" y="20660"/>
                </a:cubicBezTo>
                <a:cubicBezTo>
                  <a:pt x="35060" y="16904"/>
                  <a:pt x="35436" y="11269"/>
                  <a:pt x="34935" y="9391"/>
                </a:cubicBezTo>
                <a:cubicBezTo>
                  <a:pt x="34560" y="15026"/>
                  <a:pt x="34309" y="20660"/>
                  <a:pt x="34685" y="28173"/>
                </a:cubicBezTo>
                <a:cubicBezTo>
                  <a:pt x="35436" y="28173"/>
                  <a:pt x="36187" y="26295"/>
                  <a:pt x="36813" y="20660"/>
                </a:cubicBezTo>
                <a:cubicBezTo>
                  <a:pt x="36438" y="16904"/>
                  <a:pt x="36062" y="26295"/>
                  <a:pt x="36813" y="30052"/>
                </a:cubicBezTo>
                <a:cubicBezTo>
                  <a:pt x="37440" y="26295"/>
                  <a:pt x="37940" y="18782"/>
                  <a:pt x="38316" y="15026"/>
                </a:cubicBezTo>
                <a:cubicBezTo>
                  <a:pt x="37940" y="11269"/>
                  <a:pt x="37440" y="18782"/>
                  <a:pt x="37189" y="26295"/>
                </a:cubicBezTo>
                <a:cubicBezTo>
                  <a:pt x="38191" y="22539"/>
                  <a:pt x="39067" y="18782"/>
                  <a:pt x="39819" y="11269"/>
                </a:cubicBezTo>
                <a:cubicBezTo>
                  <a:pt x="40570" y="7513"/>
                  <a:pt x="40069" y="5634"/>
                  <a:pt x="39693" y="11269"/>
                </a:cubicBezTo>
                <a:cubicBezTo>
                  <a:pt x="39318" y="18782"/>
                  <a:pt x="39193" y="26295"/>
                  <a:pt x="39944" y="30052"/>
                </a:cubicBezTo>
                <a:cubicBezTo>
                  <a:pt x="40445" y="22539"/>
                  <a:pt x="40695" y="16904"/>
                  <a:pt x="39944" y="22539"/>
                </a:cubicBezTo>
                <a:cubicBezTo>
                  <a:pt x="39568" y="31930"/>
                  <a:pt x="40069" y="33808"/>
                  <a:pt x="40570" y="30052"/>
                </a:cubicBezTo>
                <a:cubicBezTo>
                  <a:pt x="41071" y="20660"/>
                  <a:pt x="41446" y="28173"/>
                  <a:pt x="42198" y="28173"/>
                </a:cubicBezTo>
                <a:cubicBezTo>
                  <a:pt x="42699" y="22539"/>
                  <a:pt x="43200" y="20660"/>
                  <a:pt x="42198" y="20660"/>
                </a:cubicBezTo>
                <a:cubicBezTo>
                  <a:pt x="42073" y="28173"/>
                  <a:pt x="42573" y="20660"/>
                  <a:pt x="42573" y="9391"/>
                </a:cubicBezTo>
                <a:quadBezTo>
                  <a:pt x="41947" y="5634"/>
                  <a:pt x="41446" y="9391"/>
                </a:quadBezTo>
              </a:path>
            </a:pathLst>
          </a:custGeom>
          <a:noFill/>
          <a:ln cap="flat" cmpd="sng" w="126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"/>
          <p:cNvSpPr/>
          <p:nvPr/>
        </p:nvSpPr>
        <p:spPr>
          <a:xfrm>
            <a:off x="1667084" y="3209472"/>
            <a:ext cx="183636" cy="518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11566322" y="186713"/>
            <a:ext cx="183636" cy="305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171473" y="7860631"/>
            <a:ext cx="3298657" cy="180473"/>
          </a:xfrm>
          <a:custGeom>
            <a:rect b="b" l="l" r="r" t="t"/>
            <a:pathLst>
              <a:path extrusionOk="0" fill="none" h="43200" w="43200">
                <a:moveTo>
                  <a:pt x="1838" y="4799"/>
                </a:moveTo>
                <a:cubicBezTo>
                  <a:pt x="1575" y="14400"/>
                  <a:pt x="1181" y="21599"/>
                  <a:pt x="919" y="28799"/>
                </a:cubicBezTo>
                <a:cubicBezTo>
                  <a:pt x="393" y="31200"/>
                  <a:pt x="0" y="35999"/>
                  <a:pt x="919" y="43200"/>
                </a:cubicBezTo>
                <a:cubicBezTo>
                  <a:pt x="1838" y="43200"/>
                  <a:pt x="3413" y="43200"/>
                  <a:pt x="4858" y="40799"/>
                </a:cubicBezTo>
                <a:cubicBezTo>
                  <a:pt x="6827" y="40799"/>
                  <a:pt x="8666" y="40799"/>
                  <a:pt x="9848" y="40799"/>
                </a:cubicBezTo>
                <a:cubicBezTo>
                  <a:pt x="10373" y="35999"/>
                  <a:pt x="10898" y="35999"/>
                  <a:pt x="11555" y="40799"/>
                </a:cubicBezTo>
                <a:cubicBezTo>
                  <a:pt x="12211" y="43200"/>
                  <a:pt x="12868" y="43200"/>
                  <a:pt x="13655" y="43200"/>
                </a:cubicBezTo>
                <a:cubicBezTo>
                  <a:pt x="14443" y="43200"/>
                  <a:pt x="15625" y="43200"/>
                  <a:pt x="16807" y="43200"/>
                </a:cubicBezTo>
                <a:cubicBezTo>
                  <a:pt x="17726" y="43200"/>
                  <a:pt x="18251" y="33599"/>
                  <a:pt x="18908" y="33599"/>
                </a:cubicBezTo>
                <a:cubicBezTo>
                  <a:pt x="19433" y="35999"/>
                  <a:pt x="20221" y="35999"/>
                  <a:pt x="20615" y="31200"/>
                </a:cubicBezTo>
                <a:cubicBezTo>
                  <a:pt x="19696" y="31200"/>
                  <a:pt x="18251" y="31200"/>
                  <a:pt x="16807" y="31200"/>
                </a:cubicBezTo>
                <a:cubicBezTo>
                  <a:pt x="15494" y="33599"/>
                  <a:pt x="14049" y="33599"/>
                  <a:pt x="12474" y="31200"/>
                </a:cubicBezTo>
                <a:cubicBezTo>
                  <a:pt x="11686" y="28799"/>
                  <a:pt x="12211" y="21599"/>
                  <a:pt x="13262" y="16799"/>
                </a:cubicBezTo>
                <a:cubicBezTo>
                  <a:pt x="13787" y="16799"/>
                  <a:pt x="14706" y="16799"/>
                  <a:pt x="15625" y="16799"/>
                </a:cubicBezTo>
                <a:cubicBezTo>
                  <a:pt x="16938" y="16799"/>
                  <a:pt x="17726" y="16799"/>
                  <a:pt x="18908" y="16799"/>
                </a:cubicBezTo>
                <a:cubicBezTo>
                  <a:pt x="19696" y="16799"/>
                  <a:pt x="20483" y="16799"/>
                  <a:pt x="21271" y="16799"/>
                </a:cubicBezTo>
                <a:cubicBezTo>
                  <a:pt x="22847" y="16799"/>
                  <a:pt x="24423" y="19200"/>
                  <a:pt x="25867" y="19200"/>
                </a:cubicBezTo>
                <a:cubicBezTo>
                  <a:pt x="27049" y="19200"/>
                  <a:pt x="28099" y="19200"/>
                  <a:pt x="29150" y="16799"/>
                </a:cubicBezTo>
                <a:cubicBezTo>
                  <a:pt x="29675" y="16799"/>
                  <a:pt x="30463" y="16799"/>
                  <a:pt x="31251" y="16799"/>
                </a:cubicBezTo>
                <a:cubicBezTo>
                  <a:pt x="31776" y="14400"/>
                  <a:pt x="32564" y="11999"/>
                  <a:pt x="33614" y="11999"/>
                </a:cubicBezTo>
                <a:cubicBezTo>
                  <a:pt x="34533" y="11999"/>
                  <a:pt x="35584" y="11999"/>
                  <a:pt x="35978" y="7200"/>
                </a:cubicBezTo>
                <a:cubicBezTo>
                  <a:pt x="36503" y="7200"/>
                  <a:pt x="37159" y="7200"/>
                  <a:pt x="37947" y="2400"/>
                </a:cubicBezTo>
                <a:cubicBezTo>
                  <a:pt x="38998" y="2400"/>
                  <a:pt x="39786" y="2400"/>
                  <a:pt x="40442" y="2400"/>
                </a:cubicBezTo>
                <a:cubicBezTo>
                  <a:pt x="40967" y="2400"/>
                  <a:pt x="41624" y="0"/>
                  <a:pt x="42543" y="2400"/>
                </a:cubicBezTo>
                <a:cubicBezTo>
                  <a:pt x="43200" y="2400"/>
                  <a:pt x="42674" y="2400"/>
                  <a:pt x="41755" y="14400"/>
                </a:cubicBezTo>
                <a:cubicBezTo>
                  <a:pt x="41230" y="21599"/>
                  <a:pt x="40836" y="26400"/>
                  <a:pt x="40311" y="26400"/>
                </a:cubicBezTo>
                <a:cubicBezTo>
                  <a:pt x="39392" y="26400"/>
                  <a:pt x="38604" y="26400"/>
                  <a:pt x="38079" y="28799"/>
                </a:cubicBezTo>
                <a:cubicBezTo>
                  <a:pt x="37422" y="28799"/>
                  <a:pt x="36897" y="28799"/>
                  <a:pt x="36372" y="28799"/>
                </a:cubicBezTo>
                <a:cubicBezTo>
                  <a:pt x="35190" y="28799"/>
                  <a:pt x="34271" y="28799"/>
                  <a:pt x="33745" y="28799"/>
                </a:cubicBezTo>
                <a:cubicBezTo>
                  <a:pt x="33089" y="28799"/>
                  <a:pt x="32301" y="28799"/>
                  <a:pt x="31776" y="31200"/>
                </a:cubicBezTo>
                <a:lnTo>
                  <a:pt x="31251" y="31200"/>
                </a:lnTo>
              </a:path>
            </a:pathLst>
          </a:custGeom>
          <a:noFill/>
          <a:ln cap="flat" cmpd="sng" w="126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"/>
          <p:cNvSpPr/>
          <p:nvPr/>
        </p:nvSpPr>
        <p:spPr>
          <a:xfrm>
            <a:off x="1548263" y="3468732"/>
            <a:ext cx="11941341" cy="758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</a:pPr>
            <a:r>
              <a:rPr b="1" i="0" lang="en-US" sz="1850" u="none" cap="none" strike="noStrike">
                <a:solidFill>
                  <a:srgbClr val="DA1B2E"/>
                </a:solidFill>
                <a:latin typeface="Calibri"/>
                <a:ea typeface="Calibri"/>
                <a:cs typeface="Calibri"/>
                <a:sym typeface="Calibri"/>
              </a:rPr>
              <a:t>Es una expresión algebraica formada por un solo término</a:t>
            </a:r>
            <a:br>
              <a:rPr b="0" i="0" lang="en-US" sz="1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simples palabras: es un numero (opcionalmente multiplicando algo) y </a:t>
            </a:r>
            <a:r>
              <a:rPr b="0" i="0" lang="en-US" sz="185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 sumas ni restas separando partes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2147547" y="5280854"/>
            <a:ext cx="1413736" cy="1810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67</a:t>
            </a:r>
            <a:endParaRPr b="0" i="0" sz="2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5x</a:t>
            </a:r>
            <a:endParaRPr b="0" i="0" sz="2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-3a</a:t>
            </a:r>
            <a:endParaRPr b="0" i="0" sz="2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id="160" name="Google Shape;16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2768" y="5558538"/>
            <a:ext cx="893368" cy="89336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0"/>
          <p:cNvSpPr/>
          <p:nvPr/>
        </p:nvSpPr>
        <p:spPr>
          <a:xfrm>
            <a:off x="8085020" y="5851813"/>
            <a:ext cx="1803237" cy="9452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6x</a:t>
            </a:r>
            <a:r>
              <a:rPr b="0" i="0" lang="en-US" sz="2800" u="none" cap="none" strike="noStrike">
                <a:solidFill>
                  <a:srgbClr val="DA1B2E"/>
                </a:solidFill>
                <a:latin typeface="Cambria Math"/>
                <a:ea typeface="Cambria Math"/>
                <a:cs typeface="Cambria Math"/>
                <a:sym typeface="Cambria Math"/>
              </a:rPr>
              <a:t> +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 2y</a:t>
            </a:r>
            <a:r>
              <a:rPr b="0" i="0" lang="en-US" sz="2800" u="none" cap="none" strike="noStrike">
                <a:solidFill>
                  <a:srgbClr val="DA1B2E"/>
                </a:solidFill>
                <a:latin typeface="Cambria Math"/>
                <a:ea typeface="Cambria Math"/>
                <a:cs typeface="Cambria Math"/>
                <a:sym typeface="Cambria Math"/>
              </a:rPr>
              <a:t> -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 z</a:t>
            </a:r>
            <a:endParaRPr b="0" i="0" sz="2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id="162" name="Google Shape;16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22356" y="5463410"/>
            <a:ext cx="1074160" cy="1276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/>
          <p:nvPr/>
        </p:nvSpPr>
        <p:spPr>
          <a:xfrm>
            <a:off x="233330" y="232613"/>
            <a:ext cx="6996668" cy="623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Calibri"/>
              <a:buNone/>
            </a:pPr>
            <a:r>
              <a:rPr b="0" i="0" lang="en-US" sz="3900" u="none" cap="none" strike="noStrike">
                <a:solidFill>
                  <a:srgbClr val="1F1E1E"/>
                </a:solidFill>
                <a:latin typeface="Calibri"/>
                <a:ea typeface="Calibri"/>
                <a:cs typeface="Calibri"/>
                <a:sym typeface="Calibri"/>
              </a:rPr>
              <a:t>Ejercicio 2:</a:t>
            </a:r>
            <a:r>
              <a:rPr b="0" i="0" lang="en-US" sz="3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Factorización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4253883" y="5343398"/>
            <a:ext cx="6530101" cy="758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</a:pPr>
            <a:r>
              <a:t/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181499" y="7750342"/>
            <a:ext cx="3459078" cy="230605"/>
          </a:xfrm>
          <a:custGeom>
            <a:rect b="b" l="l" r="r" t="t"/>
            <a:pathLst>
              <a:path extrusionOk="0" fill="none" h="43200" w="43200">
                <a:moveTo>
                  <a:pt x="1001" y="7513"/>
                </a:moveTo>
                <a:cubicBezTo>
                  <a:pt x="1001" y="16904"/>
                  <a:pt x="751" y="11269"/>
                  <a:pt x="250" y="15026"/>
                </a:cubicBezTo>
                <a:cubicBezTo>
                  <a:pt x="375" y="7513"/>
                  <a:pt x="250" y="15026"/>
                  <a:pt x="0" y="22539"/>
                </a:cubicBezTo>
                <a:cubicBezTo>
                  <a:pt x="250" y="15026"/>
                  <a:pt x="250" y="7513"/>
                  <a:pt x="125" y="18782"/>
                </a:cubicBezTo>
                <a:cubicBezTo>
                  <a:pt x="125" y="26295"/>
                  <a:pt x="1001" y="28173"/>
                  <a:pt x="1878" y="28173"/>
                </a:cubicBezTo>
                <a:cubicBezTo>
                  <a:pt x="3005" y="28173"/>
                  <a:pt x="3881" y="28173"/>
                  <a:pt x="4507" y="22539"/>
                </a:cubicBezTo>
                <a:cubicBezTo>
                  <a:pt x="3631" y="20660"/>
                  <a:pt x="3005" y="26295"/>
                  <a:pt x="2504" y="37565"/>
                </a:cubicBezTo>
                <a:cubicBezTo>
                  <a:pt x="3506" y="37565"/>
                  <a:pt x="4006" y="30052"/>
                  <a:pt x="4758" y="22539"/>
                </a:cubicBezTo>
                <a:cubicBezTo>
                  <a:pt x="5133" y="16904"/>
                  <a:pt x="5008" y="9391"/>
                  <a:pt x="4382" y="9391"/>
                </a:cubicBezTo>
                <a:cubicBezTo>
                  <a:pt x="3631" y="15026"/>
                  <a:pt x="3255" y="20660"/>
                  <a:pt x="3130" y="28173"/>
                </a:cubicBezTo>
                <a:cubicBezTo>
                  <a:pt x="3631" y="30052"/>
                  <a:pt x="4382" y="30052"/>
                  <a:pt x="5384" y="26295"/>
                </a:cubicBezTo>
                <a:cubicBezTo>
                  <a:pt x="6135" y="22539"/>
                  <a:pt x="6636" y="18782"/>
                  <a:pt x="5634" y="16904"/>
                </a:cubicBezTo>
                <a:cubicBezTo>
                  <a:pt x="4507" y="16904"/>
                  <a:pt x="3506" y="20660"/>
                  <a:pt x="2754" y="22539"/>
                </a:cubicBezTo>
                <a:cubicBezTo>
                  <a:pt x="3506" y="20660"/>
                  <a:pt x="2880" y="16904"/>
                  <a:pt x="2253" y="20660"/>
                </a:cubicBezTo>
                <a:cubicBezTo>
                  <a:pt x="1753" y="26295"/>
                  <a:pt x="1502" y="31930"/>
                  <a:pt x="2379" y="28173"/>
                </a:cubicBezTo>
                <a:cubicBezTo>
                  <a:pt x="2754" y="22539"/>
                  <a:pt x="2754" y="15026"/>
                  <a:pt x="2379" y="18782"/>
                </a:cubicBezTo>
                <a:cubicBezTo>
                  <a:pt x="1627" y="26295"/>
                  <a:pt x="1502" y="33808"/>
                  <a:pt x="1753" y="39443"/>
                </a:cubicBezTo>
                <a:cubicBezTo>
                  <a:pt x="3005" y="39443"/>
                  <a:pt x="4382" y="39443"/>
                  <a:pt x="5885" y="39443"/>
                </a:cubicBezTo>
                <a:cubicBezTo>
                  <a:pt x="7137" y="33808"/>
                  <a:pt x="7638" y="31930"/>
                  <a:pt x="6886" y="33808"/>
                </a:cubicBezTo>
                <a:cubicBezTo>
                  <a:pt x="7638" y="39443"/>
                  <a:pt x="8640" y="39443"/>
                  <a:pt x="10142" y="37565"/>
                </a:cubicBezTo>
                <a:cubicBezTo>
                  <a:pt x="11019" y="37565"/>
                  <a:pt x="11519" y="37565"/>
                  <a:pt x="11144" y="33808"/>
                </a:cubicBezTo>
                <a:cubicBezTo>
                  <a:pt x="10393" y="33808"/>
                  <a:pt x="10017" y="37565"/>
                  <a:pt x="9516" y="43200"/>
                </a:cubicBezTo>
                <a:cubicBezTo>
                  <a:pt x="10393" y="39443"/>
                  <a:pt x="10893" y="33808"/>
                  <a:pt x="11019" y="22539"/>
                </a:cubicBezTo>
                <a:cubicBezTo>
                  <a:pt x="10267" y="18782"/>
                  <a:pt x="9391" y="18782"/>
                  <a:pt x="8640" y="26295"/>
                </a:cubicBezTo>
                <a:cubicBezTo>
                  <a:pt x="8139" y="31930"/>
                  <a:pt x="9015" y="37565"/>
                  <a:pt x="10017" y="31930"/>
                </a:cubicBezTo>
                <a:cubicBezTo>
                  <a:pt x="10768" y="26295"/>
                  <a:pt x="11019" y="20660"/>
                  <a:pt x="10267" y="16904"/>
                </a:cubicBezTo>
                <a:cubicBezTo>
                  <a:pt x="9391" y="18782"/>
                  <a:pt x="8139" y="22539"/>
                  <a:pt x="7387" y="30052"/>
                </a:cubicBezTo>
                <a:cubicBezTo>
                  <a:pt x="8013" y="30052"/>
                  <a:pt x="8890" y="22539"/>
                  <a:pt x="9641" y="16904"/>
                </a:cubicBezTo>
                <a:cubicBezTo>
                  <a:pt x="10142" y="9391"/>
                  <a:pt x="9391" y="5634"/>
                  <a:pt x="8514" y="7513"/>
                </a:cubicBezTo>
                <a:cubicBezTo>
                  <a:pt x="7638" y="11269"/>
                  <a:pt x="7513" y="18782"/>
                  <a:pt x="8013" y="18782"/>
                </a:cubicBezTo>
                <a:cubicBezTo>
                  <a:pt x="8765" y="16904"/>
                  <a:pt x="10017" y="15026"/>
                  <a:pt x="11019" y="9391"/>
                </a:cubicBezTo>
                <a:cubicBezTo>
                  <a:pt x="11519" y="5634"/>
                  <a:pt x="10393" y="7513"/>
                  <a:pt x="9641" y="15026"/>
                </a:cubicBezTo>
                <a:cubicBezTo>
                  <a:pt x="9516" y="22539"/>
                  <a:pt x="10893" y="26295"/>
                  <a:pt x="11645" y="18782"/>
                </a:cubicBezTo>
                <a:cubicBezTo>
                  <a:pt x="12271" y="15026"/>
                  <a:pt x="11269" y="15026"/>
                  <a:pt x="11019" y="20660"/>
                </a:cubicBezTo>
                <a:cubicBezTo>
                  <a:pt x="11645" y="22539"/>
                  <a:pt x="12521" y="22539"/>
                  <a:pt x="13398" y="16904"/>
                </a:cubicBezTo>
                <a:cubicBezTo>
                  <a:pt x="14149" y="11269"/>
                  <a:pt x="13273" y="11269"/>
                  <a:pt x="12521" y="18782"/>
                </a:cubicBezTo>
                <a:cubicBezTo>
                  <a:pt x="12271" y="26295"/>
                  <a:pt x="13022" y="28173"/>
                  <a:pt x="13773" y="26295"/>
                </a:cubicBezTo>
                <a:cubicBezTo>
                  <a:pt x="14650" y="22539"/>
                  <a:pt x="15276" y="20660"/>
                  <a:pt x="14650" y="18782"/>
                </a:cubicBezTo>
                <a:cubicBezTo>
                  <a:pt x="13773" y="18782"/>
                  <a:pt x="13022" y="20660"/>
                  <a:pt x="13273" y="26295"/>
                </a:cubicBezTo>
                <a:cubicBezTo>
                  <a:pt x="14149" y="26295"/>
                  <a:pt x="15151" y="22539"/>
                  <a:pt x="15777" y="18782"/>
                </a:cubicBezTo>
                <a:cubicBezTo>
                  <a:pt x="15401" y="15026"/>
                  <a:pt x="14775" y="15026"/>
                  <a:pt x="14400" y="18782"/>
                </a:cubicBezTo>
                <a:cubicBezTo>
                  <a:pt x="15026" y="20660"/>
                  <a:pt x="15777" y="18782"/>
                  <a:pt x="16528" y="15026"/>
                </a:cubicBezTo>
                <a:cubicBezTo>
                  <a:pt x="17280" y="9391"/>
                  <a:pt x="16153" y="9391"/>
                  <a:pt x="15526" y="16904"/>
                </a:cubicBezTo>
                <a:cubicBezTo>
                  <a:pt x="15777" y="22539"/>
                  <a:pt x="16278" y="22539"/>
                  <a:pt x="17405" y="20660"/>
                </a:cubicBezTo>
                <a:cubicBezTo>
                  <a:pt x="18657" y="16904"/>
                  <a:pt x="19659" y="11269"/>
                  <a:pt x="20160" y="9391"/>
                </a:cubicBezTo>
                <a:cubicBezTo>
                  <a:pt x="19033" y="11269"/>
                  <a:pt x="18281" y="16904"/>
                  <a:pt x="17906" y="22539"/>
                </a:cubicBezTo>
                <a:cubicBezTo>
                  <a:pt x="18657" y="28173"/>
                  <a:pt x="19408" y="26295"/>
                  <a:pt x="20160" y="20660"/>
                </a:cubicBezTo>
                <a:cubicBezTo>
                  <a:pt x="20535" y="16904"/>
                  <a:pt x="19784" y="11269"/>
                  <a:pt x="19158" y="11269"/>
                </a:cubicBezTo>
                <a:cubicBezTo>
                  <a:pt x="18782" y="16904"/>
                  <a:pt x="18657" y="26295"/>
                  <a:pt x="19158" y="26295"/>
                </a:cubicBezTo>
                <a:cubicBezTo>
                  <a:pt x="20285" y="22539"/>
                  <a:pt x="21286" y="18782"/>
                  <a:pt x="22413" y="11269"/>
                </a:cubicBezTo>
                <a:cubicBezTo>
                  <a:pt x="23040" y="7513"/>
                  <a:pt x="22038" y="5634"/>
                  <a:pt x="21787" y="11269"/>
                </a:cubicBezTo>
                <a:cubicBezTo>
                  <a:pt x="21537" y="18782"/>
                  <a:pt x="21537" y="28173"/>
                  <a:pt x="22413" y="26295"/>
                </a:cubicBezTo>
                <a:cubicBezTo>
                  <a:pt x="23415" y="20660"/>
                  <a:pt x="24041" y="18782"/>
                  <a:pt x="22789" y="20660"/>
                </a:cubicBezTo>
                <a:cubicBezTo>
                  <a:pt x="22664" y="31930"/>
                  <a:pt x="23666" y="33808"/>
                  <a:pt x="24542" y="31930"/>
                </a:cubicBezTo>
                <a:cubicBezTo>
                  <a:pt x="25168" y="26295"/>
                  <a:pt x="25419" y="20660"/>
                  <a:pt x="24542" y="15026"/>
                </a:cubicBezTo>
                <a:cubicBezTo>
                  <a:pt x="23666" y="15026"/>
                  <a:pt x="23040" y="18782"/>
                  <a:pt x="23415" y="26295"/>
                </a:cubicBezTo>
                <a:cubicBezTo>
                  <a:pt x="24417" y="26295"/>
                  <a:pt x="25419" y="20660"/>
                  <a:pt x="26170" y="16904"/>
                </a:cubicBezTo>
                <a:cubicBezTo>
                  <a:pt x="26671" y="11269"/>
                  <a:pt x="25920" y="11269"/>
                  <a:pt x="25293" y="15026"/>
                </a:cubicBezTo>
                <a:cubicBezTo>
                  <a:pt x="24918" y="18782"/>
                  <a:pt x="25419" y="18782"/>
                  <a:pt x="26170" y="18782"/>
                </a:cubicBezTo>
                <a:cubicBezTo>
                  <a:pt x="26921" y="15026"/>
                  <a:pt x="27422" y="9391"/>
                  <a:pt x="26796" y="5634"/>
                </a:cubicBezTo>
                <a:cubicBezTo>
                  <a:pt x="26420" y="9391"/>
                  <a:pt x="26295" y="18782"/>
                  <a:pt x="26671" y="26295"/>
                </a:cubicBezTo>
                <a:cubicBezTo>
                  <a:pt x="27422" y="26295"/>
                  <a:pt x="28173" y="22539"/>
                  <a:pt x="29050" y="18782"/>
                </a:cubicBezTo>
                <a:cubicBezTo>
                  <a:pt x="29676" y="15026"/>
                  <a:pt x="29175" y="9391"/>
                  <a:pt x="28549" y="11269"/>
                </a:cubicBezTo>
                <a:cubicBezTo>
                  <a:pt x="28048" y="18782"/>
                  <a:pt x="29050" y="22539"/>
                  <a:pt x="30177" y="16904"/>
                </a:cubicBezTo>
                <a:cubicBezTo>
                  <a:pt x="30678" y="11269"/>
                  <a:pt x="31805" y="5634"/>
                  <a:pt x="32055" y="0"/>
                </a:cubicBezTo>
                <a:cubicBezTo>
                  <a:pt x="30678" y="5634"/>
                  <a:pt x="30302" y="9391"/>
                  <a:pt x="30177" y="18782"/>
                </a:cubicBezTo>
                <a:cubicBezTo>
                  <a:pt x="30177" y="26295"/>
                  <a:pt x="31304" y="26295"/>
                  <a:pt x="31930" y="20660"/>
                </a:cubicBezTo>
                <a:cubicBezTo>
                  <a:pt x="32806" y="18782"/>
                  <a:pt x="33433" y="15026"/>
                  <a:pt x="32431" y="11269"/>
                </a:cubicBezTo>
                <a:cubicBezTo>
                  <a:pt x="31805" y="16904"/>
                  <a:pt x="31930" y="28173"/>
                  <a:pt x="32806" y="28173"/>
                </a:cubicBezTo>
                <a:cubicBezTo>
                  <a:pt x="33808" y="28173"/>
                  <a:pt x="34309" y="22539"/>
                  <a:pt x="34560" y="16904"/>
                </a:cubicBezTo>
                <a:cubicBezTo>
                  <a:pt x="33808" y="15026"/>
                  <a:pt x="33182" y="15026"/>
                  <a:pt x="32681" y="16904"/>
                </a:cubicBezTo>
                <a:cubicBezTo>
                  <a:pt x="33057" y="22539"/>
                  <a:pt x="33808" y="22539"/>
                  <a:pt x="34560" y="20660"/>
                </a:cubicBezTo>
                <a:cubicBezTo>
                  <a:pt x="35060" y="16904"/>
                  <a:pt x="35436" y="11269"/>
                  <a:pt x="34935" y="9391"/>
                </a:cubicBezTo>
                <a:cubicBezTo>
                  <a:pt x="34560" y="15026"/>
                  <a:pt x="34309" y="20660"/>
                  <a:pt x="34685" y="28173"/>
                </a:cubicBezTo>
                <a:cubicBezTo>
                  <a:pt x="35436" y="28173"/>
                  <a:pt x="36187" y="26295"/>
                  <a:pt x="36813" y="20660"/>
                </a:cubicBezTo>
                <a:cubicBezTo>
                  <a:pt x="36438" y="16904"/>
                  <a:pt x="36062" y="26295"/>
                  <a:pt x="36813" y="30052"/>
                </a:cubicBezTo>
                <a:cubicBezTo>
                  <a:pt x="37440" y="26295"/>
                  <a:pt x="37940" y="18782"/>
                  <a:pt x="38316" y="15026"/>
                </a:cubicBezTo>
                <a:cubicBezTo>
                  <a:pt x="37940" y="11269"/>
                  <a:pt x="37440" y="18782"/>
                  <a:pt x="37189" y="26295"/>
                </a:cubicBezTo>
                <a:cubicBezTo>
                  <a:pt x="38191" y="22539"/>
                  <a:pt x="39067" y="18782"/>
                  <a:pt x="39819" y="11269"/>
                </a:cubicBezTo>
                <a:cubicBezTo>
                  <a:pt x="40570" y="7513"/>
                  <a:pt x="40069" y="5634"/>
                  <a:pt x="39693" y="11269"/>
                </a:cubicBezTo>
                <a:cubicBezTo>
                  <a:pt x="39318" y="18782"/>
                  <a:pt x="39193" y="26295"/>
                  <a:pt x="39944" y="30052"/>
                </a:cubicBezTo>
                <a:cubicBezTo>
                  <a:pt x="40445" y="22539"/>
                  <a:pt x="40695" y="16904"/>
                  <a:pt x="39944" y="22539"/>
                </a:cubicBezTo>
                <a:cubicBezTo>
                  <a:pt x="39568" y="31930"/>
                  <a:pt x="40069" y="33808"/>
                  <a:pt x="40570" y="30052"/>
                </a:cubicBezTo>
                <a:cubicBezTo>
                  <a:pt x="41071" y="20660"/>
                  <a:pt x="41446" y="28173"/>
                  <a:pt x="42198" y="28173"/>
                </a:cubicBezTo>
                <a:cubicBezTo>
                  <a:pt x="42699" y="22539"/>
                  <a:pt x="43200" y="20660"/>
                  <a:pt x="42198" y="20660"/>
                </a:cubicBezTo>
                <a:cubicBezTo>
                  <a:pt x="42073" y="28173"/>
                  <a:pt x="42573" y="20660"/>
                  <a:pt x="42573" y="9391"/>
                </a:cubicBezTo>
                <a:quadBezTo>
                  <a:pt x="41947" y="5634"/>
                  <a:pt x="41446" y="9391"/>
                </a:quadBezTo>
              </a:path>
            </a:pathLst>
          </a:custGeom>
          <a:noFill/>
          <a:ln cap="flat" cmpd="sng" w="126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1"/>
          <p:cNvSpPr/>
          <p:nvPr/>
        </p:nvSpPr>
        <p:spPr>
          <a:xfrm>
            <a:off x="1667084" y="3209472"/>
            <a:ext cx="183636" cy="518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11566322" y="186713"/>
            <a:ext cx="183636" cy="305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6498047" y="3209475"/>
            <a:ext cx="21840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7y + 7z</a:t>
            </a:r>
            <a:endParaRPr b="0" i="0" sz="2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171473" y="7860631"/>
            <a:ext cx="3298657" cy="180473"/>
          </a:xfrm>
          <a:custGeom>
            <a:rect b="b" l="l" r="r" t="t"/>
            <a:pathLst>
              <a:path extrusionOk="0" fill="none" h="43200" w="43200">
                <a:moveTo>
                  <a:pt x="1838" y="4799"/>
                </a:moveTo>
                <a:cubicBezTo>
                  <a:pt x="1575" y="14400"/>
                  <a:pt x="1181" y="21599"/>
                  <a:pt x="919" y="28799"/>
                </a:cubicBezTo>
                <a:cubicBezTo>
                  <a:pt x="393" y="31200"/>
                  <a:pt x="0" y="35999"/>
                  <a:pt x="919" y="43200"/>
                </a:cubicBezTo>
                <a:cubicBezTo>
                  <a:pt x="1838" y="43200"/>
                  <a:pt x="3413" y="43200"/>
                  <a:pt x="4858" y="40799"/>
                </a:cubicBezTo>
                <a:cubicBezTo>
                  <a:pt x="6827" y="40799"/>
                  <a:pt x="8666" y="40799"/>
                  <a:pt x="9848" y="40799"/>
                </a:cubicBezTo>
                <a:cubicBezTo>
                  <a:pt x="10373" y="35999"/>
                  <a:pt x="10898" y="35999"/>
                  <a:pt x="11555" y="40799"/>
                </a:cubicBezTo>
                <a:cubicBezTo>
                  <a:pt x="12211" y="43200"/>
                  <a:pt x="12868" y="43200"/>
                  <a:pt x="13655" y="43200"/>
                </a:cubicBezTo>
                <a:cubicBezTo>
                  <a:pt x="14443" y="43200"/>
                  <a:pt x="15625" y="43200"/>
                  <a:pt x="16807" y="43200"/>
                </a:cubicBezTo>
                <a:cubicBezTo>
                  <a:pt x="17726" y="43200"/>
                  <a:pt x="18251" y="33599"/>
                  <a:pt x="18908" y="33599"/>
                </a:cubicBezTo>
                <a:cubicBezTo>
                  <a:pt x="19433" y="35999"/>
                  <a:pt x="20221" y="35999"/>
                  <a:pt x="20615" y="31200"/>
                </a:cubicBezTo>
                <a:cubicBezTo>
                  <a:pt x="19696" y="31200"/>
                  <a:pt x="18251" y="31200"/>
                  <a:pt x="16807" y="31200"/>
                </a:cubicBezTo>
                <a:cubicBezTo>
                  <a:pt x="15494" y="33599"/>
                  <a:pt x="14049" y="33599"/>
                  <a:pt x="12474" y="31200"/>
                </a:cubicBezTo>
                <a:cubicBezTo>
                  <a:pt x="11686" y="28799"/>
                  <a:pt x="12211" y="21599"/>
                  <a:pt x="13262" y="16799"/>
                </a:cubicBezTo>
                <a:cubicBezTo>
                  <a:pt x="13787" y="16799"/>
                  <a:pt x="14706" y="16799"/>
                  <a:pt x="15625" y="16799"/>
                </a:cubicBezTo>
                <a:cubicBezTo>
                  <a:pt x="16938" y="16799"/>
                  <a:pt x="17726" y="16799"/>
                  <a:pt x="18908" y="16799"/>
                </a:cubicBezTo>
                <a:cubicBezTo>
                  <a:pt x="19696" y="16799"/>
                  <a:pt x="20483" y="16799"/>
                  <a:pt x="21271" y="16799"/>
                </a:cubicBezTo>
                <a:cubicBezTo>
                  <a:pt x="22847" y="16799"/>
                  <a:pt x="24423" y="19200"/>
                  <a:pt x="25867" y="19200"/>
                </a:cubicBezTo>
                <a:cubicBezTo>
                  <a:pt x="27049" y="19200"/>
                  <a:pt x="28099" y="19200"/>
                  <a:pt x="29150" y="16799"/>
                </a:cubicBezTo>
                <a:cubicBezTo>
                  <a:pt x="29675" y="16799"/>
                  <a:pt x="30463" y="16799"/>
                  <a:pt x="31251" y="16799"/>
                </a:cubicBezTo>
                <a:cubicBezTo>
                  <a:pt x="31776" y="14400"/>
                  <a:pt x="32564" y="11999"/>
                  <a:pt x="33614" y="11999"/>
                </a:cubicBezTo>
                <a:cubicBezTo>
                  <a:pt x="34533" y="11999"/>
                  <a:pt x="35584" y="11999"/>
                  <a:pt x="35978" y="7200"/>
                </a:cubicBezTo>
                <a:cubicBezTo>
                  <a:pt x="36503" y="7200"/>
                  <a:pt x="37159" y="7200"/>
                  <a:pt x="37947" y="2400"/>
                </a:cubicBezTo>
                <a:cubicBezTo>
                  <a:pt x="38998" y="2400"/>
                  <a:pt x="39786" y="2400"/>
                  <a:pt x="40442" y="2400"/>
                </a:cubicBezTo>
                <a:cubicBezTo>
                  <a:pt x="40967" y="2400"/>
                  <a:pt x="41624" y="0"/>
                  <a:pt x="42543" y="2400"/>
                </a:cubicBezTo>
                <a:cubicBezTo>
                  <a:pt x="43200" y="2400"/>
                  <a:pt x="42674" y="2400"/>
                  <a:pt x="41755" y="14400"/>
                </a:cubicBezTo>
                <a:cubicBezTo>
                  <a:pt x="41230" y="21599"/>
                  <a:pt x="40836" y="26400"/>
                  <a:pt x="40311" y="26400"/>
                </a:cubicBezTo>
                <a:cubicBezTo>
                  <a:pt x="39392" y="26400"/>
                  <a:pt x="38604" y="26400"/>
                  <a:pt x="38079" y="28799"/>
                </a:cubicBezTo>
                <a:cubicBezTo>
                  <a:pt x="37422" y="28799"/>
                  <a:pt x="36897" y="28799"/>
                  <a:pt x="36372" y="28799"/>
                </a:cubicBezTo>
                <a:cubicBezTo>
                  <a:pt x="35190" y="28799"/>
                  <a:pt x="34271" y="28799"/>
                  <a:pt x="33745" y="28799"/>
                </a:cubicBezTo>
                <a:cubicBezTo>
                  <a:pt x="33089" y="28799"/>
                  <a:pt x="32301" y="28799"/>
                  <a:pt x="31776" y="31200"/>
                </a:cubicBezTo>
                <a:lnTo>
                  <a:pt x="31251" y="31200"/>
                </a:lnTo>
              </a:path>
            </a:pathLst>
          </a:custGeom>
          <a:noFill/>
          <a:ln cap="flat" cmpd="sng" w="126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"/>
          <p:cNvSpPr/>
          <p:nvPr/>
        </p:nvSpPr>
        <p:spPr>
          <a:xfrm>
            <a:off x="233330" y="232612"/>
            <a:ext cx="6996667" cy="623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Calibri"/>
              <a:buNone/>
            </a:pPr>
            <a:r>
              <a:rPr b="0" i="0" lang="en-US" sz="3900" u="none" cap="none" strike="noStrike">
                <a:solidFill>
                  <a:srgbClr val="1F1E1E"/>
                </a:solidFill>
                <a:latin typeface="Calibri"/>
                <a:ea typeface="Calibri"/>
                <a:cs typeface="Calibri"/>
                <a:sym typeface="Calibri"/>
              </a:rPr>
              <a:t>Ejercicio 2:</a:t>
            </a:r>
            <a:r>
              <a:rPr b="0" i="0" lang="en-US" sz="3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Factorización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2"/>
          <p:cNvSpPr/>
          <p:nvPr/>
        </p:nvSpPr>
        <p:spPr>
          <a:xfrm>
            <a:off x="4253882" y="5343397"/>
            <a:ext cx="6530101" cy="758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</a:pPr>
            <a:r>
              <a:t/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181498" y="7750341"/>
            <a:ext cx="3459078" cy="230604"/>
          </a:xfrm>
          <a:custGeom>
            <a:rect b="b" l="l" r="r" t="t"/>
            <a:pathLst>
              <a:path extrusionOk="0" fill="none" h="43200" w="43200">
                <a:moveTo>
                  <a:pt x="1001" y="7513"/>
                </a:moveTo>
                <a:cubicBezTo>
                  <a:pt x="1001" y="16904"/>
                  <a:pt x="751" y="11269"/>
                  <a:pt x="250" y="15026"/>
                </a:cubicBezTo>
                <a:cubicBezTo>
                  <a:pt x="375" y="7513"/>
                  <a:pt x="250" y="15026"/>
                  <a:pt x="0" y="22539"/>
                </a:cubicBezTo>
                <a:cubicBezTo>
                  <a:pt x="250" y="15026"/>
                  <a:pt x="250" y="7513"/>
                  <a:pt x="125" y="18782"/>
                </a:cubicBezTo>
                <a:cubicBezTo>
                  <a:pt x="125" y="26295"/>
                  <a:pt x="1001" y="28173"/>
                  <a:pt x="1878" y="28173"/>
                </a:cubicBezTo>
                <a:cubicBezTo>
                  <a:pt x="3005" y="28173"/>
                  <a:pt x="3881" y="28173"/>
                  <a:pt x="4507" y="22539"/>
                </a:cubicBezTo>
                <a:cubicBezTo>
                  <a:pt x="3631" y="20660"/>
                  <a:pt x="3005" y="26295"/>
                  <a:pt x="2504" y="37565"/>
                </a:cubicBezTo>
                <a:cubicBezTo>
                  <a:pt x="3506" y="37565"/>
                  <a:pt x="4006" y="30052"/>
                  <a:pt x="4758" y="22539"/>
                </a:cubicBezTo>
                <a:cubicBezTo>
                  <a:pt x="5133" y="16904"/>
                  <a:pt x="5008" y="9391"/>
                  <a:pt x="4382" y="9391"/>
                </a:cubicBezTo>
                <a:cubicBezTo>
                  <a:pt x="3631" y="15026"/>
                  <a:pt x="3255" y="20660"/>
                  <a:pt x="3130" y="28173"/>
                </a:cubicBezTo>
                <a:cubicBezTo>
                  <a:pt x="3631" y="30052"/>
                  <a:pt x="4382" y="30052"/>
                  <a:pt x="5384" y="26295"/>
                </a:cubicBezTo>
                <a:cubicBezTo>
                  <a:pt x="6135" y="22539"/>
                  <a:pt x="6636" y="18782"/>
                  <a:pt x="5634" y="16904"/>
                </a:cubicBezTo>
                <a:cubicBezTo>
                  <a:pt x="4507" y="16904"/>
                  <a:pt x="3506" y="20660"/>
                  <a:pt x="2754" y="22539"/>
                </a:cubicBezTo>
                <a:cubicBezTo>
                  <a:pt x="3506" y="20660"/>
                  <a:pt x="2880" y="16904"/>
                  <a:pt x="2253" y="20660"/>
                </a:cubicBezTo>
                <a:cubicBezTo>
                  <a:pt x="1753" y="26295"/>
                  <a:pt x="1502" y="31930"/>
                  <a:pt x="2379" y="28173"/>
                </a:cubicBezTo>
                <a:cubicBezTo>
                  <a:pt x="2754" y="22539"/>
                  <a:pt x="2754" y="15026"/>
                  <a:pt x="2379" y="18782"/>
                </a:cubicBezTo>
                <a:cubicBezTo>
                  <a:pt x="1627" y="26295"/>
                  <a:pt x="1502" y="33808"/>
                  <a:pt x="1753" y="39443"/>
                </a:cubicBezTo>
                <a:cubicBezTo>
                  <a:pt x="3005" y="39443"/>
                  <a:pt x="4382" y="39443"/>
                  <a:pt x="5885" y="39443"/>
                </a:cubicBezTo>
                <a:cubicBezTo>
                  <a:pt x="7137" y="33808"/>
                  <a:pt x="7638" y="31930"/>
                  <a:pt x="6886" y="33808"/>
                </a:cubicBezTo>
                <a:cubicBezTo>
                  <a:pt x="7638" y="39443"/>
                  <a:pt x="8640" y="39443"/>
                  <a:pt x="10142" y="37565"/>
                </a:cubicBezTo>
                <a:cubicBezTo>
                  <a:pt x="11019" y="37565"/>
                  <a:pt x="11519" y="37565"/>
                  <a:pt x="11144" y="33808"/>
                </a:cubicBezTo>
                <a:cubicBezTo>
                  <a:pt x="10393" y="33808"/>
                  <a:pt x="10017" y="37565"/>
                  <a:pt x="9516" y="43200"/>
                </a:cubicBezTo>
                <a:cubicBezTo>
                  <a:pt x="10393" y="39443"/>
                  <a:pt x="10893" y="33808"/>
                  <a:pt x="11019" y="22539"/>
                </a:cubicBezTo>
                <a:cubicBezTo>
                  <a:pt x="10267" y="18782"/>
                  <a:pt x="9391" y="18782"/>
                  <a:pt x="8640" y="26295"/>
                </a:cubicBezTo>
                <a:cubicBezTo>
                  <a:pt x="8139" y="31930"/>
                  <a:pt x="9015" y="37565"/>
                  <a:pt x="10017" y="31930"/>
                </a:cubicBezTo>
                <a:cubicBezTo>
                  <a:pt x="10768" y="26295"/>
                  <a:pt x="11019" y="20660"/>
                  <a:pt x="10267" y="16904"/>
                </a:cubicBezTo>
                <a:cubicBezTo>
                  <a:pt x="9391" y="18782"/>
                  <a:pt x="8139" y="22539"/>
                  <a:pt x="7387" y="30052"/>
                </a:cubicBezTo>
                <a:cubicBezTo>
                  <a:pt x="8013" y="30052"/>
                  <a:pt x="8890" y="22539"/>
                  <a:pt x="9641" y="16904"/>
                </a:cubicBezTo>
                <a:cubicBezTo>
                  <a:pt x="10142" y="9391"/>
                  <a:pt x="9391" y="5634"/>
                  <a:pt x="8514" y="7513"/>
                </a:cubicBezTo>
                <a:cubicBezTo>
                  <a:pt x="7638" y="11269"/>
                  <a:pt x="7513" y="18782"/>
                  <a:pt x="8013" y="18782"/>
                </a:cubicBezTo>
                <a:cubicBezTo>
                  <a:pt x="8765" y="16904"/>
                  <a:pt x="10017" y="15026"/>
                  <a:pt x="11019" y="9391"/>
                </a:cubicBezTo>
                <a:cubicBezTo>
                  <a:pt x="11519" y="5634"/>
                  <a:pt x="10393" y="7513"/>
                  <a:pt x="9641" y="15026"/>
                </a:cubicBezTo>
                <a:cubicBezTo>
                  <a:pt x="9516" y="22539"/>
                  <a:pt x="10893" y="26295"/>
                  <a:pt x="11645" y="18782"/>
                </a:cubicBezTo>
                <a:cubicBezTo>
                  <a:pt x="12271" y="15026"/>
                  <a:pt x="11269" y="15026"/>
                  <a:pt x="11019" y="20660"/>
                </a:cubicBezTo>
                <a:cubicBezTo>
                  <a:pt x="11645" y="22539"/>
                  <a:pt x="12521" y="22539"/>
                  <a:pt x="13398" y="16904"/>
                </a:cubicBezTo>
                <a:cubicBezTo>
                  <a:pt x="14149" y="11269"/>
                  <a:pt x="13273" y="11269"/>
                  <a:pt x="12521" y="18782"/>
                </a:cubicBezTo>
                <a:cubicBezTo>
                  <a:pt x="12271" y="26295"/>
                  <a:pt x="13022" y="28173"/>
                  <a:pt x="13773" y="26295"/>
                </a:cubicBezTo>
                <a:cubicBezTo>
                  <a:pt x="14650" y="22539"/>
                  <a:pt x="15276" y="20660"/>
                  <a:pt x="14650" y="18782"/>
                </a:cubicBezTo>
                <a:cubicBezTo>
                  <a:pt x="13773" y="18782"/>
                  <a:pt x="13022" y="20660"/>
                  <a:pt x="13273" y="26295"/>
                </a:cubicBezTo>
                <a:cubicBezTo>
                  <a:pt x="14149" y="26295"/>
                  <a:pt x="15151" y="22539"/>
                  <a:pt x="15777" y="18782"/>
                </a:cubicBezTo>
                <a:cubicBezTo>
                  <a:pt x="15401" y="15026"/>
                  <a:pt x="14775" y="15026"/>
                  <a:pt x="14400" y="18782"/>
                </a:cubicBezTo>
                <a:cubicBezTo>
                  <a:pt x="15026" y="20660"/>
                  <a:pt x="15777" y="18782"/>
                  <a:pt x="16528" y="15026"/>
                </a:cubicBezTo>
                <a:cubicBezTo>
                  <a:pt x="17280" y="9391"/>
                  <a:pt x="16153" y="9391"/>
                  <a:pt x="15526" y="16904"/>
                </a:cubicBezTo>
                <a:cubicBezTo>
                  <a:pt x="15777" y="22539"/>
                  <a:pt x="16278" y="22539"/>
                  <a:pt x="17405" y="20660"/>
                </a:cubicBezTo>
                <a:cubicBezTo>
                  <a:pt x="18657" y="16904"/>
                  <a:pt x="19659" y="11269"/>
                  <a:pt x="20160" y="9391"/>
                </a:cubicBezTo>
                <a:cubicBezTo>
                  <a:pt x="19033" y="11269"/>
                  <a:pt x="18281" y="16904"/>
                  <a:pt x="17906" y="22539"/>
                </a:cubicBezTo>
                <a:cubicBezTo>
                  <a:pt x="18657" y="28173"/>
                  <a:pt x="19408" y="26295"/>
                  <a:pt x="20160" y="20660"/>
                </a:cubicBezTo>
                <a:cubicBezTo>
                  <a:pt x="20535" y="16904"/>
                  <a:pt x="19784" y="11269"/>
                  <a:pt x="19158" y="11269"/>
                </a:cubicBezTo>
                <a:cubicBezTo>
                  <a:pt x="18782" y="16904"/>
                  <a:pt x="18657" y="26295"/>
                  <a:pt x="19158" y="26295"/>
                </a:cubicBezTo>
                <a:cubicBezTo>
                  <a:pt x="20285" y="22539"/>
                  <a:pt x="21286" y="18782"/>
                  <a:pt x="22413" y="11269"/>
                </a:cubicBezTo>
                <a:cubicBezTo>
                  <a:pt x="23040" y="7513"/>
                  <a:pt x="22038" y="5634"/>
                  <a:pt x="21787" y="11269"/>
                </a:cubicBezTo>
                <a:cubicBezTo>
                  <a:pt x="21537" y="18782"/>
                  <a:pt x="21537" y="28173"/>
                  <a:pt x="22413" y="26295"/>
                </a:cubicBezTo>
                <a:cubicBezTo>
                  <a:pt x="23415" y="20660"/>
                  <a:pt x="24041" y="18782"/>
                  <a:pt x="22789" y="20660"/>
                </a:cubicBezTo>
                <a:cubicBezTo>
                  <a:pt x="22664" y="31930"/>
                  <a:pt x="23666" y="33808"/>
                  <a:pt x="24542" y="31930"/>
                </a:cubicBezTo>
                <a:cubicBezTo>
                  <a:pt x="25168" y="26295"/>
                  <a:pt x="25419" y="20660"/>
                  <a:pt x="24542" y="15026"/>
                </a:cubicBezTo>
                <a:cubicBezTo>
                  <a:pt x="23666" y="15026"/>
                  <a:pt x="23040" y="18782"/>
                  <a:pt x="23415" y="26295"/>
                </a:cubicBezTo>
                <a:cubicBezTo>
                  <a:pt x="24417" y="26295"/>
                  <a:pt x="25419" y="20660"/>
                  <a:pt x="26170" y="16904"/>
                </a:cubicBezTo>
                <a:cubicBezTo>
                  <a:pt x="26671" y="11269"/>
                  <a:pt x="25920" y="11269"/>
                  <a:pt x="25293" y="15026"/>
                </a:cubicBezTo>
                <a:cubicBezTo>
                  <a:pt x="24918" y="18782"/>
                  <a:pt x="25419" y="18782"/>
                  <a:pt x="26170" y="18782"/>
                </a:cubicBezTo>
                <a:cubicBezTo>
                  <a:pt x="26921" y="15026"/>
                  <a:pt x="27422" y="9391"/>
                  <a:pt x="26796" y="5634"/>
                </a:cubicBezTo>
                <a:cubicBezTo>
                  <a:pt x="26420" y="9391"/>
                  <a:pt x="26295" y="18782"/>
                  <a:pt x="26671" y="26295"/>
                </a:cubicBezTo>
                <a:cubicBezTo>
                  <a:pt x="27422" y="26295"/>
                  <a:pt x="28173" y="22539"/>
                  <a:pt x="29050" y="18782"/>
                </a:cubicBezTo>
                <a:cubicBezTo>
                  <a:pt x="29676" y="15026"/>
                  <a:pt x="29175" y="9391"/>
                  <a:pt x="28549" y="11269"/>
                </a:cubicBezTo>
                <a:cubicBezTo>
                  <a:pt x="28048" y="18782"/>
                  <a:pt x="29050" y="22539"/>
                  <a:pt x="30177" y="16904"/>
                </a:cubicBezTo>
                <a:cubicBezTo>
                  <a:pt x="30678" y="11269"/>
                  <a:pt x="31805" y="5634"/>
                  <a:pt x="32055" y="0"/>
                </a:cubicBezTo>
                <a:cubicBezTo>
                  <a:pt x="30678" y="5634"/>
                  <a:pt x="30302" y="9391"/>
                  <a:pt x="30177" y="18782"/>
                </a:cubicBezTo>
                <a:cubicBezTo>
                  <a:pt x="30177" y="26295"/>
                  <a:pt x="31304" y="26295"/>
                  <a:pt x="31930" y="20660"/>
                </a:cubicBezTo>
                <a:cubicBezTo>
                  <a:pt x="32806" y="18782"/>
                  <a:pt x="33433" y="15026"/>
                  <a:pt x="32431" y="11269"/>
                </a:cubicBezTo>
                <a:cubicBezTo>
                  <a:pt x="31805" y="16904"/>
                  <a:pt x="31930" y="28173"/>
                  <a:pt x="32806" y="28173"/>
                </a:cubicBezTo>
                <a:cubicBezTo>
                  <a:pt x="33808" y="28173"/>
                  <a:pt x="34309" y="22539"/>
                  <a:pt x="34560" y="16904"/>
                </a:cubicBezTo>
                <a:cubicBezTo>
                  <a:pt x="33808" y="15026"/>
                  <a:pt x="33182" y="15026"/>
                  <a:pt x="32681" y="16904"/>
                </a:cubicBezTo>
                <a:cubicBezTo>
                  <a:pt x="33057" y="22539"/>
                  <a:pt x="33808" y="22539"/>
                  <a:pt x="34560" y="20660"/>
                </a:cubicBezTo>
                <a:cubicBezTo>
                  <a:pt x="35060" y="16904"/>
                  <a:pt x="35436" y="11269"/>
                  <a:pt x="34935" y="9391"/>
                </a:cubicBezTo>
                <a:cubicBezTo>
                  <a:pt x="34560" y="15026"/>
                  <a:pt x="34309" y="20660"/>
                  <a:pt x="34685" y="28173"/>
                </a:cubicBezTo>
                <a:cubicBezTo>
                  <a:pt x="35436" y="28173"/>
                  <a:pt x="36187" y="26295"/>
                  <a:pt x="36813" y="20660"/>
                </a:cubicBezTo>
                <a:cubicBezTo>
                  <a:pt x="36438" y="16904"/>
                  <a:pt x="36062" y="26295"/>
                  <a:pt x="36813" y="30052"/>
                </a:cubicBezTo>
                <a:cubicBezTo>
                  <a:pt x="37440" y="26295"/>
                  <a:pt x="37940" y="18782"/>
                  <a:pt x="38316" y="15026"/>
                </a:cubicBezTo>
                <a:cubicBezTo>
                  <a:pt x="37940" y="11269"/>
                  <a:pt x="37440" y="18782"/>
                  <a:pt x="37189" y="26295"/>
                </a:cubicBezTo>
                <a:cubicBezTo>
                  <a:pt x="38191" y="22539"/>
                  <a:pt x="39067" y="18782"/>
                  <a:pt x="39819" y="11269"/>
                </a:cubicBezTo>
                <a:cubicBezTo>
                  <a:pt x="40570" y="7513"/>
                  <a:pt x="40069" y="5634"/>
                  <a:pt x="39693" y="11269"/>
                </a:cubicBezTo>
                <a:cubicBezTo>
                  <a:pt x="39318" y="18782"/>
                  <a:pt x="39193" y="26295"/>
                  <a:pt x="39944" y="30052"/>
                </a:cubicBezTo>
                <a:cubicBezTo>
                  <a:pt x="40445" y="22539"/>
                  <a:pt x="40695" y="16904"/>
                  <a:pt x="39944" y="22539"/>
                </a:cubicBezTo>
                <a:cubicBezTo>
                  <a:pt x="39568" y="31930"/>
                  <a:pt x="40069" y="33808"/>
                  <a:pt x="40570" y="30052"/>
                </a:cubicBezTo>
                <a:cubicBezTo>
                  <a:pt x="41071" y="20660"/>
                  <a:pt x="41446" y="28173"/>
                  <a:pt x="42198" y="28173"/>
                </a:cubicBezTo>
                <a:cubicBezTo>
                  <a:pt x="42699" y="22539"/>
                  <a:pt x="43200" y="20660"/>
                  <a:pt x="42198" y="20660"/>
                </a:cubicBezTo>
                <a:cubicBezTo>
                  <a:pt x="42073" y="28173"/>
                  <a:pt x="42573" y="20660"/>
                  <a:pt x="42573" y="9391"/>
                </a:cubicBezTo>
                <a:quadBezTo>
                  <a:pt x="41947" y="5634"/>
                  <a:pt x="41446" y="9391"/>
                </a:quadBezTo>
              </a:path>
            </a:pathLst>
          </a:custGeom>
          <a:noFill/>
          <a:ln cap="flat" cmpd="sng" w="126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2"/>
          <p:cNvSpPr/>
          <p:nvPr/>
        </p:nvSpPr>
        <p:spPr>
          <a:xfrm>
            <a:off x="1667083" y="3209472"/>
            <a:ext cx="183636" cy="518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11566321" y="186712"/>
            <a:ext cx="183636" cy="305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5692825" y="3209475"/>
            <a:ext cx="3403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7y + 7z = </a:t>
            </a:r>
            <a:r>
              <a:rPr b="0" i="0" lang="en-US" sz="2800" u="none" cap="none" strike="noStrike">
                <a:solidFill>
                  <a:srgbClr val="DA1B2E"/>
                </a:solidFill>
                <a:latin typeface="Cambria Math"/>
                <a:ea typeface="Cambria Math"/>
                <a:cs typeface="Cambria Math"/>
                <a:sym typeface="Cambria Math"/>
              </a:rPr>
              <a:t>7(y + z)</a:t>
            </a:r>
            <a:endParaRPr b="0" i="0" sz="2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86" name="Google Shape;186;p12"/>
          <p:cNvSpPr/>
          <p:nvPr/>
        </p:nvSpPr>
        <p:spPr>
          <a:xfrm>
            <a:off x="171472" y="7860630"/>
            <a:ext cx="3298656" cy="180472"/>
          </a:xfrm>
          <a:custGeom>
            <a:rect b="b" l="l" r="r" t="t"/>
            <a:pathLst>
              <a:path extrusionOk="0" fill="none" h="43200" w="43200">
                <a:moveTo>
                  <a:pt x="1838" y="4799"/>
                </a:moveTo>
                <a:cubicBezTo>
                  <a:pt x="1575" y="14400"/>
                  <a:pt x="1181" y="21599"/>
                  <a:pt x="919" y="28799"/>
                </a:cubicBezTo>
                <a:cubicBezTo>
                  <a:pt x="393" y="31200"/>
                  <a:pt x="0" y="35999"/>
                  <a:pt x="919" y="43200"/>
                </a:cubicBezTo>
                <a:cubicBezTo>
                  <a:pt x="1838" y="43200"/>
                  <a:pt x="3413" y="43200"/>
                  <a:pt x="4858" y="40799"/>
                </a:cubicBezTo>
                <a:cubicBezTo>
                  <a:pt x="6827" y="40799"/>
                  <a:pt x="8666" y="40799"/>
                  <a:pt x="9848" y="40799"/>
                </a:cubicBezTo>
                <a:cubicBezTo>
                  <a:pt x="10373" y="35999"/>
                  <a:pt x="10898" y="35999"/>
                  <a:pt x="11555" y="40799"/>
                </a:cubicBezTo>
                <a:cubicBezTo>
                  <a:pt x="12211" y="43200"/>
                  <a:pt x="12868" y="43200"/>
                  <a:pt x="13655" y="43200"/>
                </a:cubicBezTo>
                <a:cubicBezTo>
                  <a:pt x="14443" y="43200"/>
                  <a:pt x="15625" y="43200"/>
                  <a:pt x="16807" y="43200"/>
                </a:cubicBezTo>
                <a:cubicBezTo>
                  <a:pt x="17726" y="43200"/>
                  <a:pt x="18251" y="33599"/>
                  <a:pt x="18908" y="33599"/>
                </a:cubicBezTo>
                <a:cubicBezTo>
                  <a:pt x="19433" y="35999"/>
                  <a:pt x="20221" y="35999"/>
                  <a:pt x="20615" y="31200"/>
                </a:cubicBezTo>
                <a:cubicBezTo>
                  <a:pt x="19696" y="31200"/>
                  <a:pt x="18251" y="31200"/>
                  <a:pt x="16807" y="31200"/>
                </a:cubicBezTo>
                <a:cubicBezTo>
                  <a:pt x="15494" y="33599"/>
                  <a:pt x="14049" y="33599"/>
                  <a:pt x="12474" y="31200"/>
                </a:cubicBezTo>
                <a:cubicBezTo>
                  <a:pt x="11686" y="28799"/>
                  <a:pt x="12211" y="21599"/>
                  <a:pt x="13262" y="16799"/>
                </a:cubicBezTo>
                <a:cubicBezTo>
                  <a:pt x="13787" y="16799"/>
                  <a:pt x="14706" y="16799"/>
                  <a:pt x="15625" y="16799"/>
                </a:cubicBezTo>
                <a:cubicBezTo>
                  <a:pt x="16938" y="16799"/>
                  <a:pt x="17726" y="16799"/>
                  <a:pt x="18908" y="16799"/>
                </a:cubicBezTo>
                <a:cubicBezTo>
                  <a:pt x="19696" y="16799"/>
                  <a:pt x="20483" y="16799"/>
                  <a:pt x="21271" y="16799"/>
                </a:cubicBezTo>
                <a:cubicBezTo>
                  <a:pt x="22847" y="16799"/>
                  <a:pt x="24423" y="19200"/>
                  <a:pt x="25867" y="19200"/>
                </a:cubicBezTo>
                <a:cubicBezTo>
                  <a:pt x="27049" y="19200"/>
                  <a:pt x="28099" y="19200"/>
                  <a:pt x="29150" y="16799"/>
                </a:cubicBezTo>
                <a:cubicBezTo>
                  <a:pt x="29675" y="16799"/>
                  <a:pt x="30463" y="16799"/>
                  <a:pt x="31251" y="16799"/>
                </a:cubicBezTo>
                <a:cubicBezTo>
                  <a:pt x="31776" y="14400"/>
                  <a:pt x="32564" y="11999"/>
                  <a:pt x="33614" y="11999"/>
                </a:cubicBezTo>
                <a:cubicBezTo>
                  <a:pt x="34533" y="11999"/>
                  <a:pt x="35584" y="11999"/>
                  <a:pt x="35978" y="7200"/>
                </a:cubicBezTo>
                <a:cubicBezTo>
                  <a:pt x="36503" y="7200"/>
                  <a:pt x="37159" y="7200"/>
                  <a:pt x="37947" y="2400"/>
                </a:cubicBezTo>
                <a:cubicBezTo>
                  <a:pt x="38998" y="2400"/>
                  <a:pt x="39786" y="2400"/>
                  <a:pt x="40442" y="2400"/>
                </a:cubicBezTo>
                <a:cubicBezTo>
                  <a:pt x="40967" y="2400"/>
                  <a:pt x="41624" y="0"/>
                  <a:pt x="42543" y="2400"/>
                </a:cubicBezTo>
                <a:cubicBezTo>
                  <a:pt x="43200" y="2400"/>
                  <a:pt x="42674" y="2400"/>
                  <a:pt x="41755" y="14400"/>
                </a:cubicBezTo>
                <a:cubicBezTo>
                  <a:pt x="41230" y="21599"/>
                  <a:pt x="40836" y="26400"/>
                  <a:pt x="40311" y="26400"/>
                </a:cubicBezTo>
                <a:cubicBezTo>
                  <a:pt x="39392" y="26400"/>
                  <a:pt x="38604" y="26400"/>
                  <a:pt x="38079" y="28799"/>
                </a:cubicBezTo>
                <a:cubicBezTo>
                  <a:pt x="37422" y="28799"/>
                  <a:pt x="36897" y="28799"/>
                  <a:pt x="36372" y="28799"/>
                </a:cubicBezTo>
                <a:cubicBezTo>
                  <a:pt x="35190" y="28799"/>
                  <a:pt x="34271" y="28799"/>
                  <a:pt x="33745" y="28799"/>
                </a:cubicBezTo>
                <a:cubicBezTo>
                  <a:pt x="33089" y="28799"/>
                  <a:pt x="32301" y="28799"/>
                  <a:pt x="31776" y="31200"/>
                </a:cubicBezTo>
                <a:lnTo>
                  <a:pt x="31251" y="31200"/>
                </a:lnTo>
              </a:path>
            </a:pathLst>
          </a:custGeom>
          <a:noFill/>
          <a:ln cap="flat" cmpd="sng" w="126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"/>
          <p:cNvSpPr/>
          <p:nvPr/>
        </p:nvSpPr>
        <p:spPr>
          <a:xfrm>
            <a:off x="233330" y="232612"/>
            <a:ext cx="6996667" cy="623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Calibri"/>
              <a:buNone/>
            </a:pPr>
            <a:r>
              <a:rPr b="0" i="0" lang="en-US" sz="3900" u="none" cap="none" strike="noStrike">
                <a:solidFill>
                  <a:srgbClr val="1F1E1E"/>
                </a:solidFill>
                <a:latin typeface="Calibri"/>
                <a:ea typeface="Calibri"/>
                <a:cs typeface="Calibri"/>
                <a:sym typeface="Calibri"/>
              </a:rPr>
              <a:t>Ejercicio 3:</a:t>
            </a:r>
            <a:r>
              <a:rPr b="0" i="0" lang="en-US" sz="3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Factorización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4253882" y="5343397"/>
            <a:ext cx="6530101" cy="758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</a:pPr>
            <a:r>
              <a:t/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3"/>
          <p:cNvSpPr/>
          <p:nvPr/>
        </p:nvSpPr>
        <p:spPr>
          <a:xfrm>
            <a:off x="181498" y="7750341"/>
            <a:ext cx="3459078" cy="230604"/>
          </a:xfrm>
          <a:custGeom>
            <a:rect b="b" l="l" r="r" t="t"/>
            <a:pathLst>
              <a:path extrusionOk="0" fill="none" h="43200" w="43200">
                <a:moveTo>
                  <a:pt x="1001" y="7513"/>
                </a:moveTo>
                <a:cubicBezTo>
                  <a:pt x="1001" y="16904"/>
                  <a:pt x="751" y="11269"/>
                  <a:pt x="250" y="15026"/>
                </a:cubicBezTo>
                <a:cubicBezTo>
                  <a:pt x="375" y="7513"/>
                  <a:pt x="250" y="15026"/>
                  <a:pt x="0" y="22539"/>
                </a:cubicBezTo>
                <a:cubicBezTo>
                  <a:pt x="250" y="15026"/>
                  <a:pt x="250" y="7513"/>
                  <a:pt x="125" y="18782"/>
                </a:cubicBezTo>
                <a:cubicBezTo>
                  <a:pt x="125" y="26295"/>
                  <a:pt x="1001" y="28173"/>
                  <a:pt x="1878" y="28173"/>
                </a:cubicBezTo>
                <a:cubicBezTo>
                  <a:pt x="3005" y="28173"/>
                  <a:pt x="3881" y="28173"/>
                  <a:pt x="4507" y="22539"/>
                </a:cubicBezTo>
                <a:cubicBezTo>
                  <a:pt x="3631" y="20660"/>
                  <a:pt x="3005" y="26295"/>
                  <a:pt x="2504" y="37565"/>
                </a:cubicBezTo>
                <a:cubicBezTo>
                  <a:pt x="3506" y="37565"/>
                  <a:pt x="4006" y="30052"/>
                  <a:pt x="4758" y="22539"/>
                </a:cubicBezTo>
                <a:cubicBezTo>
                  <a:pt x="5133" y="16904"/>
                  <a:pt x="5008" y="9391"/>
                  <a:pt x="4382" y="9391"/>
                </a:cubicBezTo>
                <a:cubicBezTo>
                  <a:pt x="3631" y="15026"/>
                  <a:pt x="3255" y="20660"/>
                  <a:pt x="3130" y="28173"/>
                </a:cubicBezTo>
                <a:cubicBezTo>
                  <a:pt x="3631" y="30052"/>
                  <a:pt x="4382" y="30052"/>
                  <a:pt x="5384" y="26295"/>
                </a:cubicBezTo>
                <a:cubicBezTo>
                  <a:pt x="6135" y="22539"/>
                  <a:pt x="6636" y="18782"/>
                  <a:pt x="5634" y="16904"/>
                </a:cubicBezTo>
                <a:cubicBezTo>
                  <a:pt x="4507" y="16904"/>
                  <a:pt x="3506" y="20660"/>
                  <a:pt x="2754" y="22539"/>
                </a:cubicBezTo>
                <a:cubicBezTo>
                  <a:pt x="3506" y="20660"/>
                  <a:pt x="2880" y="16904"/>
                  <a:pt x="2253" y="20660"/>
                </a:cubicBezTo>
                <a:cubicBezTo>
                  <a:pt x="1753" y="26295"/>
                  <a:pt x="1502" y="31930"/>
                  <a:pt x="2379" y="28173"/>
                </a:cubicBezTo>
                <a:cubicBezTo>
                  <a:pt x="2754" y="22539"/>
                  <a:pt x="2754" y="15026"/>
                  <a:pt x="2379" y="18782"/>
                </a:cubicBezTo>
                <a:cubicBezTo>
                  <a:pt x="1627" y="26295"/>
                  <a:pt x="1502" y="33808"/>
                  <a:pt x="1753" y="39443"/>
                </a:cubicBezTo>
                <a:cubicBezTo>
                  <a:pt x="3005" y="39443"/>
                  <a:pt x="4382" y="39443"/>
                  <a:pt x="5885" y="39443"/>
                </a:cubicBezTo>
                <a:cubicBezTo>
                  <a:pt x="7137" y="33808"/>
                  <a:pt x="7638" y="31930"/>
                  <a:pt x="6886" y="33808"/>
                </a:cubicBezTo>
                <a:cubicBezTo>
                  <a:pt x="7638" y="39443"/>
                  <a:pt x="8640" y="39443"/>
                  <a:pt x="10142" y="37565"/>
                </a:cubicBezTo>
                <a:cubicBezTo>
                  <a:pt x="11019" y="37565"/>
                  <a:pt x="11519" y="37565"/>
                  <a:pt x="11144" y="33808"/>
                </a:cubicBezTo>
                <a:cubicBezTo>
                  <a:pt x="10393" y="33808"/>
                  <a:pt x="10017" y="37565"/>
                  <a:pt x="9516" y="43200"/>
                </a:cubicBezTo>
                <a:cubicBezTo>
                  <a:pt x="10393" y="39443"/>
                  <a:pt x="10893" y="33808"/>
                  <a:pt x="11019" y="22539"/>
                </a:cubicBezTo>
                <a:cubicBezTo>
                  <a:pt x="10267" y="18782"/>
                  <a:pt x="9391" y="18782"/>
                  <a:pt x="8640" y="26295"/>
                </a:cubicBezTo>
                <a:cubicBezTo>
                  <a:pt x="8139" y="31930"/>
                  <a:pt x="9015" y="37565"/>
                  <a:pt x="10017" y="31930"/>
                </a:cubicBezTo>
                <a:cubicBezTo>
                  <a:pt x="10768" y="26295"/>
                  <a:pt x="11019" y="20660"/>
                  <a:pt x="10267" y="16904"/>
                </a:cubicBezTo>
                <a:cubicBezTo>
                  <a:pt x="9391" y="18782"/>
                  <a:pt x="8139" y="22539"/>
                  <a:pt x="7387" y="30052"/>
                </a:cubicBezTo>
                <a:cubicBezTo>
                  <a:pt x="8013" y="30052"/>
                  <a:pt x="8890" y="22539"/>
                  <a:pt x="9641" y="16904"/>
                </a:cubicBezTo>
                <a:cubicBezTo>
                  <a:pt x="10142" y="9391"/>
                  <a:pt x="9391" y="5634"/>
                  <a:pt x="8514" y="7513"/>
                </a:cubicBezTo>
                <a:cubicBezTo>
                  <a:pt x="7638" y="11269"/>
                  <a:pt x="7513" y="18782"/>
                  <a:pt x="8013" y="18782"/>
                </a:cubicBezTo>
                <a:cubicBezTo>
                  <a:pt x="8765" y="16904"/>
                  <a:pt x="10017" y="15026"/>
                  <a:pt x="11019" y="9391"/>
                </a:cubicBezTo>
                <a:cubicBezTo>
                  <a:pt x="11519" y="5634"/>
                  <a:pt x="10393" y="7513"/>
                  <a:pt x="9641" y="15026"/>
                </a:cubicBezTo>
                <a:cubicBezTo>
                  <a:pt x="9516" y="22539"/>
                  <a:pt x="10893" y="26295"/>
                  <a:pt x="11645" y="18782"/>
                </a:cubicBezTo>
                <a:cubicBezTo>
                  <a:pt x="12271" y="15026"/>
                  <a:pt x="11269" y="15026"/>
                  <a:pt x="11019" y="20660"/>
                </a:cubicBezTo>
                <a:cubicBezTo>
                  <a:pt x="11645" y="22539"/>
                  <a:pt x="12521" y="22539"/>
                  <a:pt x="13398" y="16904"/>
                </a:cubicBezTo>
                <a:cubicBezTo>
                  <a:pt x="14149" y="11269"/>
                  <a:pt x="13273" y="11269"/>
                  <a:pt x="12521" y="18782"/>
                </a:cubicBezTo>
                <a:cubicBezTo>
                  <a:pt x="12271" y="26295"/>
                  <a:pt x="13022" y="28173"/>
                  <a:pt x="13773" y="26295"/>
                </a:cubicBezTo>
                <a:cubicBezTo>
                  <a:pt x="14650" y="22539"/>
                  <a:pt x="15276" y="20660"/>
                  <a:pt x="14650" y="18782"/>
                </a:cubicBezTo>
                <a:cubicBezTo>
                  <a:pt x="13773" y="18782"/>
                  <a:pt x="13022" y="20660"/>
                  <a:pt x="13273" y="26295"/>
                </a:cubicBezTo>
                <a:cubicBezTo>
                  <a:pt x="14149" y="26295"/>
                  <a:pt x="15151" y="22539"/>
                  <a:pt x="15777" y="18782"/>
                </a:cubicBezTo>
                <a:cubicBezTo>
                  <a:pt x="15401" y="15026"/>
                  <a:pt x="14775" y="15026"/>
                  <a:pt x="14400" y="18782"/>
                </a:cubicBezTo>
                <a:cubicBezTo>
                  <a:pt x="15026" y="20660"/>
                  <a:pt x="15777" y="18782"/>
                  <a:pt x="16528" y="15026"/>
                </a:cubicBezTo>
                <a:cubicBezTo>
                  <a:pt x="17280" y="9391"/>
                  <a:pt x="16153" y="9391"/>
                  <a:pt x="15526" y="16904"/>
                </a:cubicBezTo>
                <a:cubicBezTo>
                  <a:pt x="15777" y="22539"/>
                  <a:pt x="16278" y="22539"/>
                  <a:pt x="17405" y="20660"/>
                </a:cubicBezTo>
                <a:cubicBezTo>
                  <a:pt x="18657" y="16904"/>
                  <a:pt x="19659" y="11269"/>
                  <a:pt x="20160" y="9391"/>
                </a:cubicBezTo>
                <a:cubicBezTo>
                  <a:pt x="19033" y="11269"/>
                  <a:pt x="18281" y="16904"/>
                  <a:pt x="17906" y="22539"/>
                </a:cubicBezTo>
                <a:cubicBezTo>
                  <a:pt x="18657" y="28173"/>
                  <a:pt x="19408" y="26295"/>
                  <a:pt x="20160" y="20660"/>
                </a:cubicBezTo>
                <a:cubicBezTo>
                  <a:pt x="20535" y="16904"/>
                  <a:pt x="19784" y="11269"/>
                  <a:pt x="19158" y="11269"/>
                </a:cubicBezTo>
                <a:cubicBezTo>
                  <a:pt x="18782" y="16904"/>
                  <a:pt x="18657" y="26295"/>
                  <a:pt x="19158" y="26295"/>
                </a:cubicBezTo>
                <a:cubicBezTo>
                  <a:pt x="20285" y="22539"/>
                  <a:pt x="21286" y="18782"/>
                  <a:pt x="22413" y="11269"/>
                </a:cubicBezTo>
                <a:cubicBezTo>
                  <a:pt x="23040" y="7513"/>
                  <a:pt x="22038" y="5634"/>
                  <a:pt x="21787" y="11269"/>
                </a:cubicBezTo>
                <a:cubicBezTo>
                  <a:pt x="21537" y="18782"/>
                  <a:pt x="21537" y="28173"/>
                  <a:pt x="22413" y="26295"/>
                </a:cubicBezTo>
                <a:cubicBezTo>
                  <a:pt x="23415" y="20660"/>
                  <a:pt x="24041" y="18782"/>
                  <a:pt x="22789" y="20660"/>
                </a:cubicBezTo>
                <a:cubicBezTo>
                  <a:pt x="22664" y="31930"/>
                  <a:pt x="23666" y="33808"/>
                  <a:pt x="24542" y="31930"/>
                </a:cubicBezTo>
                <a:cubicBezTo>
                  <a:pt x="25168" y="26295"/>
                  <a:pt x="25419" y="20660"/>
                  <a:pt x="24542" y="15026"/>
                </a:cubicBezTo>
                <a:cubicBezTo>
                  <a:pt x="23666" y="15026"/>
                  <a:pt x="23040" y="18782"/>
                  <a:pt x="23415" y="26295"/>
                </a:cubicBezTo>
                <a:cubicBezTo>
                  <a:pt x="24417" y="26295"/>
                  <a:pt x="25419" y="20660"/>
                  <a:pt x="26170" y="16904"/>
                </a:cubicBezTo>
                <a:cubicBezTo>
                  <a:pt x="26671" y="11269"/>
                  <a:pt x="25920" y="11269"/>
                  <a:pt x="25293" y="15026"/>
                </a:cubicBezTo>
                <a:cubicBezTo>
                  <a:pt x="24918" y="18782"/>
                  <a:pt x="25419" y="18782"/>
                  <a:pt x="26170" y="18782"/>
                </a:cubicBezTo>
                <a:cubicBezTo>
                  <a:pt x="26921" y="15026"/>
                  <a:pt x="27422" y="9391"/>
                  <a:pt x="26796" y="5634"/>
                </a:cubicBezTo>
                <a:cubicBezTo>
                  <a:pt x="26420" y="9391"/>
                  <a:pt x="26295" y="18782"/>
                  <a:pt x="26671" y="26295"/>
                </a:cubicBezTo>
                <a:cubicBezTo>
                  <a:pt x="27422" y="26295"/>
                  <a:pt x="28173" y="22539"/>
                  <a:pt x="29050" y="18782"/>
                </a:cubicBezTo>
                <a:cubicBezTo>
                  <a:pt x="29676" y="15026"/>
                  <a:pt x="29175" y="9391"/>
                  <a:pt x="28549" y="11269"/>
                </a:cubicBezTo>
                <a:cubicBezTo>
                  <a:pt x="28048" y="18782"/>
                  <a:pt x="29050" y="22539"/>
                  <a:pt x="30177" y="16904"/>
                </a:cubicBezTo>
                <a:cubicBezTo>
                  <a:pt x="30678" y="11269"/>
                  <a:pt x="31805" y="5634"/>
                  <a:pt x="32055" y="0"/>
                </a:cubicBezTo>
                <a:cubicBezTo>
                  <a:pt x="30678" y="5634"/>
                  <a:pt x="30302" y="9391"/>
                  <a:pt x="30177" y="18782"/>
                </a:cubicBezTo>
                <a:cubicBezTo>
                  <a:pt x="30177" y="26295"/>
                  <a:pt x="31304" y="26295"/>
                  <a:pt x="31930" y="20660"/>
                </a:cubicBezTo>
                <a:cubicBezTo>
                  <a:pt x="32806" y="18782"/>
                  <a:pt x="33433" y="15026"/>
                  <a:pt x="32431" y="11269"/>
                </a:cubicBezTo>
                <a:cubicBezTo>
                  <a:pt x="31805" y="16904"/>
                  <a:pt x="31930" y="28173"/>
                  <a:pt x="32806" y="28173"/>
                </a:cubicBezTo>
                <a:cubicBezTo>
                  <a:pt x="33808" y="28173"/>
                  <a:pt x="34309" y="22539"/>
                  <a:pt x="34560" y="16904"/>
                </a:cubicBezTo>
                <a:cubicBezTo>
                  <a:pt x="33808" y="15026"/>
                  <a:pt x="33182" y="15026"/>
                  <a:pt x="32681" y="16904"/>
                </a:cubicBezTo>
                <a:cubicBezTo>
                  <a:pt x="33057" y="22539"/>
                  <a:pt x="33808" y="22539"/>
                  <a:pt x="34560" y="20660"/>
                </a:cubicBezTo>
                <a:cubicBezTo>
                  <a:pt x="35060" y="16904"/>
                  <a:pt x="35436" y="11269"/>
                  <a:pt x="34935" y="9391"/>
                </a:cubicBezTo>
                <a:cubicBezTo>
                  <a:pt x="34560" y="15026"/>
                  <a:pt x="34309" y="20660"/>
                  <a:pt x="34685" y="28173"/>
                </a:cubicBezTo>
                <a:cubicBezTo>
                  <a:pt x="35436" y="28173"/>
                  <a:pt x="36187" y="26295"/>
                  <a:pt x="36813" y="20660"/>
                </a:cubicBezTo>
                <a:cubicBezTo>
                  <a:pt x="36438" y="16904"/>
                  <a:pt x="36062" y="26295"/>
                  <a:pt x="36813" y="30052"/>
                </a:cubicBezTo>
                <a:cubicBezTo>
                  <a:pt x="37440" y="26295"/>
                  <a:pt x="37940" y="18782"/>
                  <a:pt x="38316" y="15026"/>
                </a:cubicBezTo>
                <a:cubicBezTo>
                  <a:pt x="37940" y="11269"/>
                  <a:pt x="37440" y="18782"/>
                  <a:pt x="37189" y="26295"/>
                </a:cubicBezTo>
                <a:cubicBezTo>
                  <a:pt x="38191" y="22539"/>
                  <a:pt x="39067" y="18782"/>
                  <a:pt x="39819" y="11269"/>
                </a:cubicBezTo>
                <a:cubicBezTo>
                  <a:pt x="40570" y="7513"/>
                  <a:pt x="40069" y="5634"/>
                  <a:pt x="39693" y="11269"/>
                </a:cubicBezTo>
                <a:cubicBezTo>
                  <a:pt x="39318" y="18782"/>
                  <a:pt x="39193" y="26295"/>
                  <a:pt x="39944" y="30052"/>
                </a:cubicBezTo>
                <a:cubicBezTo>
                  <a:pt x="40445" y="22539"/>
                  <a:pt x="40695" y="16904"/>
                  <a:pt x="39944" y="22539"/>
                </a:cubicBezTo>
                <a:cubicBezTo>
                  <a:pt x="39568" y="31930"/>
                  <a:pt x="40069" y="33808"/>
                  <a:pt x="40570" y="30052"/>
                </a:cubicBezTo>
                <a:cubicBezTo>
                  <a:pt x="41071" y="20660"/>
                  <a:pt x="41446" y="28173"/>
                  <a:pt x="42198" y="28173"/>
                </a:cubicBezTo>
                <a:cubicBezTo>
                  <a:pt x="42699" y="22539"/>
                  <a:pt x="43200" y="20660"/>
                  <a:pt x="42198" y="20660"/>
                </a:cubicBezTo>
                <a:cubicBezTo>
                  <a:pt x="42073" y="28173"/>
                  <a:pt x="42573" y="20660"/>
                  <a:pt x="42573" y="9391"/>
                </a:cubicBezTo>
                <a:quadBezTo>
                  <a:pt x="41947" y="5634"/>
                  <a:pt x="41446" y="9391"/>
                </a:quadBezTo>
              </a:path>
            </a:pathLst>
          </a:custGeom>
          <a:noFill/>
          <a:ln cap="flat" cmpd="sng" w="126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3"/>
          <p:cNvSpPr/>
          <p:nvPr/>
        </p:nvSpPr>
        <p:spPr>
          <a:xfrm>
            <a:off x="1667083" y="3209472"/>
            <a:ext cx="183636" cy="518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96" name="Google Shape;196;p13"/>
          <p:cNvSpPr/>
          <p:nvPr/>
        </p:nvSpPr>
        <p:spPr>
          <a:xfrm>
            <a:off x="11566321" y="186712"/>
            <a:ext cx="183636" cy="305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6684621" y="3209475"/>
            <a:ext cx="19203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6x+9</a:t>
            </a:r>
            <a:endParaRPr b="0" i="0" sz="2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171472" y="7860630"/>
            <a:ext cx="3298656" cy="180472"/>
          </a:xfrm>
          <a:custGeom>
            <a:rect b="b" l="l" r="r" t="t"/>
            <a:pathLst>
              <a:path extrusionOk="0" fill="none" h="43200" w="43200">
                <a:moveTo>
                  <a:pt x="1838" y="4799"/>
                </a:moveTo>
                <a:cubicBezTo>
                  <a:pt x="1575" y="14400"/>
                  <a:pt x="1181" y="21599"/>
                  <a:pt x="919" y="28799"/>
                </a:cubicBezTo>
                <a:cubicBezTo>
                  <a:pt x="393" y="31200"/>
                  <a:pt x="0" y="35999"/>
                  <a:pt x="919" y="43200"/>
                </a:cubicBezTo>
                <a:cubicBezTo>
                  <a:pt x="1838" y="43200"/>
                  <a:pt x="3413" y="43200"/>
                  <a:pt x="4858" y="40799"/>
                </a:cubicBezTo>
                <a:cubicBezTo>
                  <a:pt x="6827" y="40799"/>
                  <a:pt x="8666" y="40799"/>
                  <a:pt x="9848" y="40799"/>
                </a:cubicBezTo>
                <a:cubicBezTo>
                  <a:pt x="10373" y="35999"/>
                  <a:pt x="10898" y="35999"/>
                  <a:pt x="11555" y="40799"/>
                </a:cubicBezTo>
                <a:cubicBezTo>
                  <a:pt x="12211" y="43200"/>
                  <a:pt x="12868" y="43200"/>
                  <a:pt x="13655" y="43200"/>
                </a:cubicBezTo>
                <a:cubicBezTo>
                  <a:pt x="14443" y="43200"/>
                  <a:pt x="15625" y="43200"/>
                  <a:pt x="16807" y="43200"/>
                </a:cubicBezTo>
                <a:cubicBezTo>
                  <a:pt x="17726" y="43200"/>
                  <a:pt x="18251" y="33599"/>
                  <a:pt x="18908" y="33599"/>
                </a:cubicBezTo>
                <a:cubicBezTo>
                  <a:pt x="19433" y="35999"/>
                  <a:pt x="20221" y="35999"/>
                  <a:pt x="20615" y="31200"/>
                </a:cubicBezTo>
                <a:cubicBezTo>
                  <a:pt x="19696" y="31200"/>
                  <a:pt x="18251" y="31200"/>
                  <a:pt x="16807" y="31200"/>
                </a:cubicBezTo>
                <a:cubicBezTo>
                  <a:pt x="15494" y="33599"/>
                  <a:pt x="14049" y="33599"/>
                  <a:pt x="12474" y="31200"/>
                </a:cubicBezTo>
                <a:cubicBezTo>
                  <a:pt x="11686" y="28799"/>
                  <a:pt x="12211" y="21599"/>
                  <a:pt x="13262" y="16799"/>
                </a:cubicBezTo>
                <a:cubicBezTo>
                  <a:pt x="13787" y="16799"/>
                  <a:pt x="14706" y="16799"/>
                  <a:pt x="15625" y="16799"/>
                </a:cubicBezTo>
                <a:cubicBezTo>
                  <a:pt x="16938" y="16799"/>
                  <a:pt x="17726" y="16799"/>
                  <a:pt x="18908" y="16799"/>
                </a:cubicBezTo>
                <a:cubicBezTo>
                  <a:pt x="19696" y="16799"/>
                  <a:pt x="20483" y="16799"/>
                  <a:pt x="21271" y="16799"/>
                </a:cubicBezTo>
                <a:cubicBezTo>
                  <a:pt x="22847" y="16799"/>
                  <a:pt x="24423" y="19200"/>
                  <a:pt x="25867" y="19200"/>
                </a:cubicBezTo>
                <a:cubicBezTo>
                  <a:pt x="27049" y="19200"/>
                  <a:pt x="28099" y="19200"/>
                  <a:pt x="29150" y="16799"/>
                </a:cubicBezTo>
                <a:cubicBezTo>
                  <a:pt x="29675" y="16799"/>
                  <a:pt x="30463" y="16799"/>
                  <a:pt x="31251" y="16799"/>
                </a:cubicBezTo>
                <a:cubicBezTo>
                  <a:pt x="31776" y="14400"/>
                  <a:pt x="32564" y="11999"/>
                  <a:pt x="33614" y="11999"/>
                </a:cubicBezTo>
                <a:cubicBezTo>
                  <a:pt x="34533" y="11999"/>
                  <a:pt x="35584" y="11999"/>
                  <a:pt x="35978" y="7200"/>
                </a:cubicBezTo>
                <a:cubicBezTo>
                  <a:pt x="36503" y="7200"/>
                  <a:pt x="37159" y="7200"/>
                  <a:pt x="37947" y="2400"/>
                </a:cubicBezTo>
                <a:cubicBezTo>
                  <a:pt x="38998" y="2400"/>
                  <a:pt x="39786" y="2400"/>
                  <a:pt x="40442" y="2400"/>
                </a:cubicBezTo>
                <a:cubicBezTo>
                  <a:pt x="40967" y="2400"/>
                  <a:pt x="41624" y="0"/>
                  <a:pt x="42543" y="2400"/>
                </a:cubicBezTo>
                <a:cubicBezTo>
                  <a:pt x="43200" y="2400"/>
                  <a:pt x="42674" y="2400"/>
                  <a:pt x="41755" y="14400"/>
                </a:cubicBezTo>
                <a:cubicBezTo>
                  <a:pt x="41230" y="21599"/>
                  <a:pt x="40836" y="26400"/>
                  <a:pt x="40311" y="26400"/>
                </a:cubicBezTo>
                <a:cubicBezTo>
                  <a:pt x="39392" y="26400"/>
                  <a:pt x="38604" y="26400"/>
                  <a:pt x="38079" y="28799"/>
                </a:cubicBezTo>
                <a:cubicBezTo>
                  <a:pt x="37422" y="28799"/>
                  <a:pt x="36897" y="28799"/>
                  <a:pt x="36372" y="28799"/>
                </a:cubicBezTo>
                <a:cubicBezTo>
                  <a:pt x="35190" y="28799"/>
                  <a:pt x="34271" y="28799"/>
                  <a:pt x="33745" y="28799"/>
                </a:cubicBezTo>
                <a:cubicBezTo>
                  <a:pt x="33089" y="28799"/>
                  <a:pt x="32301" y="28799"/>
                  <a:pt x="31776" y="31200"/>
                </a:cubicBezTo>
                <a:lnTo>
                  <a:pt x="31251" y="31200"/>
                </a:lnTo>
              </a:path>
            </a:pathLst>
          </a:custGeom>
          <a:noFill/>
          <a:ln cap="flat" cmpd="sng" w="126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"/>
          <p:cNvSpPr/>
          <p:nvPr/>
        </p:nvSpPr>
        <p:spPr>
          <a:xfrm>
            <a:off x="233330" y="232612"/>
            <a:ext cx="6996667" cy="623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Calibri"/>
              <a:buNone/>
            </a:pPr>
            <a:r>
              <a:rPr b="0" i="0" lang="en-US" sz="3900" u="none" cap="none" strike="noStrike">
                <a:solidFill>
                  <a:srgbClr val="1F1E1E"/>
                </a:solidFill>
                <a:latin typeface="Calibri"/>
                <a:ea typeface="Calibri"/>
                <a:cs typeface="Calibri"/>
                <a:sym typeface="Calibri"/>
              </a:rPr>
              <a:t>Ejercicio 3:</a:t>
            </a:r>
            <a:r>
              <a:rPr b="0" i="0" lang="en-US" sz="3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Factorización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4"/>
          <p:cNvSpPr/>
          <p:nvPr/>
        </p:nvSpPr>
        <p:spPr>
          <a:xfrm>
            <a:off x="4253882" y="5343397"/>
            <a:ext cx="6530101" cy="758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</a:pPr>
            <a:r>
              <a:t/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4"/>
          <p:cNvSpPr/>
          <p:nvPr/>
        </p:nvSpPr>
        <p:spPr>
          <a:xfrm>
            <a:off x="181498" y="7750341"/>
            <a:ext cx="3459078" cy="230604"/>
          </a:xfrm>
          <a:custGeom>
            <a:rect b="b" l="l" r="r" t="t"/>
            <a:pathLst>
              <a:path extrusionOk="0" fill="none" h="43200" w="43200">
                <a:moveTo>
                  <a:pt x="1001" y="7513"/>
                </a:moveTo>
                <a:cubicBezTo>
                  <a:pt x="1001" y="16904"/>
                  <a:pt x="751" y="11269"/>
                  <a:pt x="250" y="15026"/>
                </a:cubicBezTo>
                <a:cubicBezTo>
                  <a:pt x="375" y="7513"/>
                  <a:pt x="250" y="15026"/>
                  <a:pt x="0" y="22539"/>
                </a:cubicBezTo>
                <a:cubicBezTo>
                  <a:pt x="250" y="15026"/>
                  <a:pt x="250" y="7513"/>
                  <a:pt x="125" y="18782"/>
                </a:cubicBezTo>
                <a:cubicBezTo>
                  <a:pt x="125" y="26295"/>
                  <a:pt x="1001" y="28173"/>
                  <a:pt x="1878" y="28173"/>
                </a:cubicBezTo>
                <a:cubicBezTo>
                  <a:pt x="3005" y="28173"/>
                  <a:pt x="3881" y="28173"/>
                  <a:pt x="4507" y="22539"/>
                </a:cubicBezTo>
                <a:cubicBezTo>
                  <a:pt x="3631" y="20660"/>
                  <a:pt x="3005" y="26295"/>
                  <a:pt x="2504" y="37565"/>
                </a:cubicBezTo>
                <a:cubicBezTo>
                  <a:pt x="3506" y="37565"/>
                  <a:pt x="4006" y="30052"/>
                  <a:pt x="4758" y="22539"/>
                </a:cubicBezTo>
                <a:cubicBezTo>
                  <a:pt x="5133" y="16904"/>
                  <a:pt x="5008" y="9391"/>
                  <a:pt x="4382" y="9391"/>
                </a:cubicBezTo>
                <a:cubicBezTo>
                  <a:pt x="3631" y="15026"/>
                  <a:pt x="3255" y="20660"/>
                  <a:pt x="3130" y="28173"/>
                </a:cubicBezTo>
                <a:cubicBezTo>
                  <a:pt x="3631" y="30052"/>
                  <a:pt x="4382" y="30052"/>
                  <a:pt x="5384" y="26295"/>
                </a:cubicBezTo>
                <a:cubicBezTo>
                  <a:pt x="6135" y="22539"/>
                  <a:pt x="6636" y="18782"/>
                  <a:pt x="5634" y="16904"/>
                </a:cubicBezTo>
                <a:cubicBezTo>
                  <a:pt x="4507" y="16904"/>
                  <a:pt x="3506" y="20660"/>
                  <a:pt x="2754" y="22539"/>
                </a:cubicBezTo>
                <a:cubicBezTo>
                  <a:pt x="3506" y="20660"/>
                  <a:pt x="2880" y="16904"/>
                  <a:pt x="2253" y="20660"/>
                </a:cubicBezTo>
                <a:cubicBezTo>
                  <a:pt x="1753" y="26295"/>
                  <a:pt x="1502" y="31930"/>
                  <a:pt x="2379" y="28173"/>
                </a:cubicBezTo>
                <a:cubicBezTo>
                  <a:pt x="2754" y="22539"/>
                  <a:pt x="2754" y="15026"/>
                  <a:pt x="2379" y="18782"/>
                </a:cubicBezTo>
                <a:cubicBezTo>
                  <a:pt x="1627" y="26295"/>
                  <a:pt x="1502" y="33808"/>
                  <a:pt x="1753" y="39443"/>
                </a:cubicBezTo>
                <a:cubicBezTo>
                  <a:pt x="3005" y="39443"/>
                  <a:pt x="4382" y="39443"/>
                  <a:pt x="5885" y="39443"/>
                </a:cubicBezTo>
                <a:cubicBezTo>
                  <a:pt x="7137" y="33808"/>
                  <a:pt x="7638" y="31930"/>
                  <a:pt x="6886" y="33808"/>
                </a:cubicBezTo>
                <a:cubicBezTo>
                  <a:pt x="7638" y="39443"/>
                  <a:pt x="8640" y="39443"/>
                  <a:pt x="10142" y="37565"/>
                </a:cubicBezTo>
                <a:cubicBezTo>
                  <a:pt x="11019" y="37565"/>
                  <a:pt x="11519" y="37565"/>
                  <a:pt x="11144" y="33808"/>
                </a:cubicBezTo>
                <a:cubicBezTo>
                  <a:pt x="10393" y="33808"/>
                  <a:pt x="10017" y="37565"/>
                  <a:pt x="9516" y="43200"/>
                </a:cubicBezTo>
                <a:cubicBezTo>
                  <a:pt x="10393" y="39443"/>
                  <a:pt x="10893" y="33808"/>
                  <a:pt x="11019" y="22539"/>
                </a:cubicBezTo>
                <a:cubicBezTo>
                  <a:pt x="10267" y="18782"/>
                  <a:pt x="9391" y="18782"/>
                  <a:pt x="8640" y="26295"/>
                </a:cubicBezTo>
                <a:cubicBezTo>
                  <a:pt x="8139" y="31930"/>
                  <a:pt x="9015" y="37565"/>
                  <a:pt x="10017" y="31930"/>
                </a:cubicBezTo>
                <a:cubicBezTo>
                  <a:pt x="10768" y="26295"/>
                  <a:pt x="11019" y="20660"/>
                  <a:pt x="10267" y="16904"/>
                </a:cubicBezTo>
                <a:cubicBezTo>
                  <a:pt x="9391" y="18782"/>
                  <a:pt x="8139" y="22539"/>
                  <a:pt x="7387" y="30052"/>
                </a:cubicBezTo>
                <a:cubicBezTo>
                  <a:pt x="8013" y="30052"/>
                  <a:pt x="8890" y="22539"/>
                  <a:pt x="9641" y="16904"/>
                </a:cubicBezTo>
                <a:cubicBezTo>
                  <a:pt x="10142" y="9391"/>
                  <a:pt x="9391" y="5634"/>
                  <a:pt x="8514" y="7513"/>
                </a:cubicBezTo>
                <a:cubicBezTo>
                  <a:pt x="7638" y="11269"/>
                  <a:pt x="7513" y="18782"/>
                  <a:pt x="8013" y="18782"/>
                </a:cubicBezTo>
                <a:cubicBezTo>
                  <a:pt x="8765" y="16904"/>
                  <a:pt x="10017" y="15026"/>
                  <a:pt x="11019" y="9391"/>
                </a:cubicBezTo>
                <a:cubicBezTo>
                  <a:pt x="11519" y="5634"/>
                  <a:pt x="10393" y="7513"/>
                  <a:pt x="9641" y="15026"/>
                </a:cubicBezTo>
                <a:cubicBezTo>
                  <a:pt x="9516" y="22539"/>
                  <a:pt x="10893" y="26295"/>
                  <a:pt x="11645" y="18782"/>
                </a:cubicBezTo>
                <a:cubicBezTo>
                  <a:pt x="12271" y="15026"/>
                  <a:pt x="11269" y="15026"/>
                  <a:pt x="11019" y="20660"/>
                </a:cubicBezTo>
                <a:cubicBezTo>
                  <a:pt x="11645" y="22539"/>
                  <a:pt x="12521" y="22539"/>
                  <a:pt x="13398" y="16904"/>
                </a:cubicBezTo>
                <a:cubicBezTo>
                  <a:pt x="14149" y="11269"/>
                  <a:pt x="13273" y="11269"/>
                  <a:pt x="12521" y="18782"/>
                </a:cubicBezTo>
                <a:cubicBezTo>
                  <a:pt x="12271" y="26295"/>
                  <a:pt x="13022" y="28173"/>
                  <a:pt x="13773" y="26295"/>
                </a:cubicBezTo>
                <a:cubicBezTo>
                  <a:pt x="14650" y="22539"/>
                  <a:pt x="15276" y="20660"/>
                  <a:pt x="14650" y="18782"/>
                </a:cubicBezTo>
                <a:cubicBezTo>
                  <a:pt x="13773" y="18782"/>
                  <a:pt x="13022" y="20660"/>
                  <a:pt x="13273" y="26295"/>
                </a:cubicBezTo>
                <a:cubicBezTo>
                  <a:pt x="14149" y="26295"/>
                  <a:pt x="15151" y="22539"/>
                  <a:pt x="15777" y="18782"/>
                </a:cubicBezTo>
                <a:cubicBezTo>
                  <a:pt x="15401" y="15026"/>
                  <a:pt x="14775" y="15026"/>
                  <a:pt x="14400" y="18782"/>
                </a:cubicBezTo>
                <a:cubicBezTo>
                  <a:pt x="15026" y="20660"/>
                  <a:pt x="15777" y="18782"/>
                  <a:pt x="16528" y="15026"/>
                </a:cubicBezTo>
                <a:cubicBezTo>
                  <a:pt x="17280" y="9391"/>
                  <a:pt x="16153" y="9391"/>
                  <a:pt x="15526" y="16904"/>
                </a:cubicBezTo>
                <a:cubicBezTo>
                  <a:pt x="15777" y="22539"/>
                  <a:pt x="16278" y="22539"/>
                  <a:pt x="17405" y="20660"/>
                </a:cubicBezTo>
                <a:cubicBezTo>
                  <a:pt x="18657" y="16904"/>
                  <a:pt x="19659" y="11269"/>
                  <a:pt x="20160" y="9391"/>
                </a:cubicBezTo>
                <a:cubicBezTo>
                  <a:pt x="19033" y="11269"/>
                  <a:pt x="18281" y="16904"/>
                  <a:pt x="17906" y="22539"/>
                </a:cubicBezTo>
                <a:cubicBezTo>
                  <a:pt x="18657" y="28173"/>
                  <a:pt x="19408" y="26295"/>
                  <a:pt x="20160" y="20660"/>
                </a:cubicBezTo>
                <a:cubicBezTo>
                  <a:pt x="20535" y="16904"/>
                  <a:pt x="19784" y="11269"/>
                  <a:pt x="19158" y="11269"/>
                </a:cubicBezTo>
                <a:cubicBezTo>
                  <a:pt x="18782" y="16904"/>
                  <a:pt x="18657" y="26295"/>
                  <a:pt x="19158" y="26295"/>
                </a:cubicBezTo>
                <a:cubicBezTo>
                  <a:pt x="20285" y="22539"/>
                  <a:pt x="21286" y="18782"/>
                  <a:pt x="22413" y="11269"/>
                </a:cubicBezTo>
                <a:cubicBezTo>
                  <a:pt x="23040" y="7513"/>
                  <a:pt x="22038" y="5634"/>
                  <a:pt x="21787" y="11269"/>
                </a:cubicBezTo>
                <a:cubicBezTo>
                  <a:pt x="21537" y="18782"/>
                  <a:pt x="21537" y="28173"/>
                  <a:pt x="22413" y="26295"/>
                </a:cubicBezTo>
                <a:cubicBezTo>
                  <a:pt x="23415" y="20660"/>
                  <a:pt x="24041" y="18782"/>
                  <a:pt x="22789" y="20660"/>
                </a:cubicBezTo>
                <a:cubicBezTo>
                  <a:pt x="22664" y="31930"/>
                  <a:pt x="23666" y="33808"/>
                  <a:pt x="24542" y="31930"/>
                </a:cubicBezTo>
                <a:cubicBezTo>
                  <a:pt x="25168" y="26295"/>
                  <a:pt x="25419" y="20660"/>
                  <a:pt x="24542" y="15026"/>
                </a:cubicBezTo>
                <a:cubicBezTo>
                  <a:pt x="23666" y="15026"/>
                  <a:pt x="23040" y="18782"/>
                  <a:pt x="23415" y="26295"/>
                </a:cubicBezTo>
                <a:cubicBezTo>
                  <a:pt x="24417" y="26295"/>
                  <a:pt x="25419" y="20660"/>
                  <a:pt x="26170" y="16904"/>
                </a:cubicBezTo>
                <a:cubicBezTo>
                  <a:pt x="26671" y="11269"/>
                  <a:pt x="25920" y="11269"/>
                  <a:pt x="25293" y="15026"/>
                </a:cubicBezTo>
                <a:cubicBezTo>
                  <a:pt x="24918" y="18782"/>
                  <a:pt x="25419" y="18782"/>
                  <a:pt x="26170" y="18782"/>
                </a:cubicBezTo>
                <a:cubicBezTo>
                  <a:pt x="26921" y="15026"/>
                  <a:pt x="27422" y="9391"/>
                  <a:pt x="26796" y="5634"/>
                </a:cubicBezTo>
                <a:cubicBezTo>
                  <a:pt x="26420" y="9391"/>
                  <a:pt x="26295" y="18782"/>
                  <a:pt x="26671" y="26295"/>
                </a:cubicBezTo>
                <a:cubicBezTo>
                  <a:pt x="27422" y="26295"/>
                  <a:pt x="28173" y="22539"/>
                  <a:pt x="29050" y="18782"/>
                </a:cubicBezTo>
                <a:cubicBezTo>
                  <a:pt x="29676" y="15026"/>
                  <a:pt x="29175" y="9391"/>
                  <a:pt x="28549" y="11269"/>
                </a:cubicBezTo>
                <a:cubicBezTo>
                  <a:pt x="28048" y="18782"/>
                  <a:pt x="29050" y="22539"/>
                  <a:pt x="30177" y="16904"/>
                </a:cubicBezTo>
                <a:cubicBezTo>
                  <a:pt x="30678" y="11269"/>
                  <a:pt x="31805" y="5634"/>
                  <a:pt x="32055" y="0"/>
                </a:cubicBezTo>
                <a:cubicBezTo>
                  <a:pt x="30678" y="5634"/>
                  <a:pt x="30302" y="9391"/>
                  <a:pt x="30177" y="18782"/>
                </a:cubicBezTo>
                <a:cubicBezTo>
                  <a:pt x="30177" y="26295"/>
                  <a:pt x="31304" y="26295"/>
                  <a:pt x="31930" y="20660"/>
                </a:cubicBezTo>
                <a:cubicBezTo>
                  <a:pt x="32806" y="18782"/>
                  <a:pt x="33433" y="15026"/>
                  <a:pt x="32431" y="11269"/>
                </a:cubicBezTo>
                <a:cubicBezTo>
                  <a:pt x="31805" y="16904"/>
                  <a:pt x="31930" y="28173"/>
                  <a:pt x="32806" y="28173"/>
                </a:cubicBezTo>
                <a:cubicBezTo>
                  <a:pt x="33808" y="28173"/>
                  <a:pt x="34309" y="22539"/>
                  <a:pt x="34560" y="16904"/>
                </a:cubicBezTo>
                <a:cubicBezTo>
                  <a:pt x="33808" y="15026"/>
                  <a:pt x="33182" y="15026"/>
                  <a:pt x="32681" y="16904"/>
                </a:cubicBezTo>
                <a:cubicBezTo>
                  <a:pt x="33057" y="22539"/>
                  <a:pt x="33808" y="22539"/>
                  <a:pt x="34560" y="20660"/>
                </a:cubicBezTo>
                <a:cubicBezTo>
                  <a:pt x="35060" y="16904"/>
                  <a:pt x="35436" y="11269"/>
                  <a:pt x="34935" y="9391"/>
                </a:cubicBezTo>
                <a:cubicBezTo>
                  <a:pt x="34560" y="15026"/>
                  <a:pt x="34309" y="20660"/>
                  <a:pt x="34685" y="28173"/>
                </a:cubicBezTo>
                <a:cubicBezTo>
                  <a:pt x="35436" y="28173"/>
                  <a:pt x="36187" y="26295"/>
                  <a:pt x="36813" y="20660"/>
                </a:cubicBezTo>
                <a:cubicBezTo>
                  <a:pt x="36438" y="16904"/>
                  <a:pt x="36062" y="26295"/>
                  <a:pt x="36813" y="30052"/>
                </a:cubicBezTo>
                <a:cubicBezTo>
                  <a:pt x="37440" y="26295"/>
                  <a:pt x="37940" y="18782"/>
                  <a:pt x="38316" y="15026"/>
                </a:cubicBezTo>
                <a:cubicBezTo>
                  <a:pt x="37940" y="11269"/>
                  <a:pt x="37440" y="18782"/>
                  <a:pt x="37189" y="26295"/>
                </a:cubicBezTo>
                <a:cubicBezTo>
                  <a:pt x="38191" y="22539"/>
                  <a:pt x="39067" y="18782"/>
                  <a:pt x="39819" y="11269"/>
                </a:cubicBezTo>
                <a:cubicBezTo>
                  <a:pt x="40570" y="7513"/>
                  <a:pt x="40069" y="5634"/>
                  <a:pt x="39693" y="11269"/>
                </a:cubicBezTo>
                <a:cubicBezTo>
                  <a:pt x="39318" y="18782"/>
                  <a:pt x="39193" y="26295"/>
                  <a:pt x="39944" y="30052"/>
                </a:cubicBezTo>
                <a:cubicBezTo>
                  <a:pt x="40445" y="22539"/>
                  <a:pt x="40695" y="16904"/>
                  <a:pt x="39944" y="22539"/>
                </a:cubicBezTo>
                <a:cubicBezTo>
                  <a:pt x="39568" y="31930"/>
                  <a:pt x="40069" y="33808"/>
                  <a:pt x="40570" y="30052"/>
                </a:cubicBezTo>
                <a:cubicBezTo>
                  <a:pt x="41071" y="20660"/>
                  <a:pt x="41446" y="28173"/>
                  <a:pt x="42198" y="28173"/>
                </a:cubicBezTo>
                <a:cubicBezTo>
                  <a:pt x="42699" y="22539"/>
                  <a:pt x="43200" y="20660"/>
                  <a:pt x="42198" y="20660"/>
                </a:cubicBezTo>
                <a:cubicBezTo>
                  <a:pt x="42073" y="28173"/>
                  <a:pt x="42573" y="20660"/>
                  <a:pt x="42573" y="9391"/>
                </a:cubicBezTo>
                <a:quadBezTo>
                  <a:pt x="41947" y="5634"/>
                  <a:pt x="41446" y="9391"/>
                </a:quadBezTo>
              </a:path>
            </a:pathLst>
          </a:custGeom>
          <a:noFill/>
          <a:ln cap="flat" cmpd="sng" w="126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4"/>
          <p:cNvSpPr/>
          <p:nvPr/>
        </p:nvSpPr>
        <p:spPr>
          <a:xfrm>
            <a:off x="1667083" y="3209472"/>
            <a:ext cx="183636" cy="518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08" name="Google Shape;208;p14"/>
          <p:cNvSpPr/>
          <p:nvPr/>
        </p:nvSpPr>
        <p:spPr>
          <a:xfrm>
            <a:off x="11566321" y="186712"/>
            <a:ext cx="183636" cy="305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09" name="Google Shape;209;p14"/>
          <p:cNvSpPr/>
          <p:nvPr/>
        </p:nvSpPr>
        <p:spPr>
          <a:xfrm>
            <a:off x="5886350" y="3209475"/>
            <a:ext cx="3787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6x+9 = </a:t>
            </a:r>
            <a:r>
              <a:rPr b="0" i="0" lang="en-US" sz="2800" u="none" cap="none" strike="noStrike">
                <a:solidFill>
                  <a:srgbClr val="DA1B2E"/>
                </a:solidFill>
                <a:latin typeface="Cambria Math"/>
                <a:ea typeface="Cambria Math"/>
                <a:cs typeface="Cambria Math"/>
                <a:sym typeface="Cambria Math"/>
              </a:rPr>
              <a:t>3(2x+3)</a:t>
            </a:r>
            <a:endParaRPr b="0" i="0" sz="2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10" name="Google Shape;210;p14"/>
          <p:cNvSpPr/>
          <p:nvPr/>
        </p:nvSpPr>
        <p:spPr>
          <a:xfrm>
            <a:off x="171472" y="7860630"/>
            <a:ext cx="3298656" cy="180472"/>
          </a:xfrm>
          <a:custGeom>
            <a:rect b="b" l="l" r="r" t="t"/>
            <a:pathLst>
              <a:path extrusionOk="0" fill="none" h="43200" w="43200">
                <a:moveTo>
                  <a:pt x="1838" y="4799"/>
                </a:moveTo>
                <a:cubicBezTo>
                  <a:pt x="1575" y="14400"/>
                  <a:pt x="1181" y="21599"/>
                  <a:pt x="919" y="28799"/>
                </a:cubicBezTo>
                <a:cubicBezTo>
                  <a:pt x="393" y="31200"/>
                  <a:pt x="0" y="35999"/>
                  <a:pt x="919" y="43200"/>
                </a:cubicBezTo>
                <a:cubicBezTo>
                  <a:pt x="1838" y="43200"/>
                  <a:pt x="3413" y="43200"/>
                  <a:pt x="4858" y="40799"/>
                </a:cubicBezTo>
                <a:cubicBezTo>
                  <a:pt x="6827" y="40799"/>
                  <a:pt x="8666" y="40799"/>
                  <a:pt x="9848" y="40799"/>
                </a:cubicBezTo>
                <a:cubicBezTo>
                  <a:pt x="10373" y="35999"/>
                  <a:pt x="10898" y="35999"/>
                  <a:pt x="11555" y="40799"/>
                </a:cubicBezTo>
                <a:cubicBezTo>
                  <a:pt x="12211" y="43200"/>
                  <a:pt x="12868" y="43200"/>
                  <a:pt x="13655" y="43200"/>
                </a:cubicBezTo>
                <a:cubicBezTo>
                  <a:pt x="14443" y="43200"/>
                  <a:pt x="15625" y="43200"/>
                  <a:pt x="16807" y="43200"/>
                </a:cubicBezTo>
                <a:cubicBezTo>
                  <a:pt x="17726" y="43200"/>
                  <a:pt x="18251" y="33599"/>
                  <a:pt x="18908" y="33599"/>
                </a:cubicBezTo>
                <a:cubicBezTo>
                  <a:pt x="19433" y="35999"/>
                  <a:pt x="20221" y="35999"/>
                  <a:pt x="20615" y="31200"/>
                </a:cubicBezTo>
                <a:cubicBezTo>
                  <a:pt x="19696" y="31200"/>
                  <a:pt x="18251" y="31200"/>
                  <a:pt x="16807" y="31200"/>
                </a:cubicBezTo>
                <a:cubicBezTo>
                  <a:pt x="15494" y="33599"/>
                  <a:pt x="14049" y="33599"/>
                  <a:pt x="12474" y="31200"/>
                </a:cubicBezTo>
                <a:cubicBezTo>
                  <a:pt x="11686" y="28799"/>
                  <a:pt x="12211" y="21599"/>
                  <a:pt x="13262" y="16799"/>
                </a:cubicBezTo>
                <a:cubicBezTo>
                  <a:pt x="13787" y="16799"/>
                  <a:pt x="14706" y="16799"/>
                  <a:pt x="15625" y="16799"/>
                </a:cubicBezTo>
                <a:cubicBezTo>
                  <a:pt x="16938" y="16799"/>
                  <a:pt x="17726" y="16799"/>
                  <a:pt x="18908" y="16799"/>
                </a:cubicBezTo>
                <a:cubicBezTo>
                  <a:pt x="19696" y="16799"/>
                  <a:pt x="20483" y="16799"/>
                  <a:pt x="21271" y="16799"/>
                </a:cubicBezTo>
                <a:cubicBezTo>
                  <a:pt x="22847" y="16799"/>
                  <a:pt x="24423" y="19200"/>
                  <a:pt x="25867" y="19200"/>
                </a:cubicBezTo>
                <a:cubicBezTo>
                  <a:pt x="27049" y="19200"/>
                  <a:pt x="28099" y="19200"/>
                  <a:pt x="29150" y="16799"/>
                </a:cubicBezTo>
                <a:cubicBezTo>
                  <a:pt x="29675" y="16799"/>
                  <a:pt x="30463" y="16799"/>
                  <a:pt x="31251" y="16799"/>
                </a:cubicBezTo>
                <a:cubicBezTo>
                  <a:pt x="31776" y="14400"/>
                  <a:pt x="32564" y="11999"/>
                  <a:pt x="33614" y="11999"/>
                </a:cubicBezTo>
                <a:cubicBezTo>
                  <a:pt x="34533" y="11999"/>
                  <a:pt x="35584" y="11999"/>
                  <a:pt x="35978" y="7200"/>
                </a:cubicBezTo>
                <a:cubicBezTo>
                  <a:pt x="36503" y="7200"/>
                  <a:pt x="37159" y="7200"/>
                  <a:pt x="37947" y="2400"/>
                </a:cubicBezTo>
                <a:cubicBezTo>
                  <a:pt x="38998" y="2400"/>
                  <a:pt x="39786" y="2400"/>
                  <a:pt x="40442" y="2400"/>
                </a:cubicBezTo>
                <a:cubicBezTo>
                  <a:pt x="40967" y="2400"/>
                  <a:pt x="41624" y="0"/>
                  <a:pt x="42543" y="2400"/>
                </a:cubicBezTo>
                <a:cubicBezTo>
                  <a:pt x="43200" y="2400"/>
                  <a:pt x="42674" y="2400"/>
                  <a:pt x="41755" y="14400"/>
                </a:cubicBezTo>
                <a:cubicBezTo>
                  <a:pt x="41230" y="21599"/>
                  <a:pt x="40836" y="26400"/>
                  <a:pt x="40311" y="26400"/>
                </a:cubicBezTo>
                <a:cubicBezTo>
                  <a:pt x="39392" y="26400"/>
                  <a:pt x="38604" y="26400"/>
                  <a:pt x="38079" y="28799"/>
                </a:cubicBezTo>
                <a:cubicBezTo>
                  <a:pt x="37422" y="28799"/>
                  <a:pt x="36897" y="28799"/>
                  <a:pt x="36372" y="28799"/>
                </a:cubicBezTo>
                <a:cubicBezTo>
                  <a:pt x="35190" y="28799"/>
                  <a:pt x="34271" y="28799"/>
                  <a:pt x="33745" y="28799"/>
                </a:cubicBezTo>
                <a:cubicBezTo>
                  <a:pt x="33089" y="28799"/>
                  <a:pt x="32301" y="28799"/>
                  <a:pt x="31776" y="31200"/>
                </a:cubicBezTo>
                <a:lnTo>
                  <a:pt x="31251" y="31200"/>
                </a:lnTo>
              </a:path>
            </a:pathLst>
          </a:custGeom>
          <a:noFill/>
          <a:ln cap="flat" cmpd="sng" w="126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7"/>
          <p:cNvSpPr/>
          <p:nvPr/>
        </p:nvSpPr>
        <p:spPr>
          <a:xfrm>
            <a:off x="233329" y="232611"/>
            <a:ext cx="6996666" cy="623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Calibri"/>
              <a:buNone/>
            </a:pPr>
            <a:r>
              <a:rPr b="0" i="0" lang="en-US" sz="3900" u="none" cap="none" strike="noStrike">
                <a:solidFill>
                  <a:srgbClr val="1F1E1E"/>
                </a:solidFill>
                <a:latin typeface="Calibri"/>
                <a:ea typeface="Calibri"/>
                <a:cs typeface="Calibri"/>
                <a:sym typeface="Calibri"/>
              </a:rPr>
              <a:t>Ejercicio 5:</a:t>
            </a:r>
            <a:r>
              <a:rPr b="0" i="0" lang="en-US" sz="3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Factorización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7"/>
          <p:cNvSpPr/>
          <p:nvPr/>
        </p:nvSpPr>
        <p:spPr>
          <a:xfrm>
            <a:off x="4253881" y="5343396"/>
            <a:ext cx="6530100" cy="758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</a:pPr>
            <a:r>
              <a:t/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/>
          <p:nvPr/>
        </p:nvSpPr>
        <p:spPr>
          <a:xfrm>
            <a:off x="181497" y="7750341"/>
            <a:ext cx="3459078" cy="230603"/>
          </a:xfrm>
          <a:custGeom>
            <a:rect b="b" l="l" r="r" t="t"/>
            <a:pathLst>
              <a:path extrusionOk="0" fill="none" h="43200" w="43200">
                <a:moveTo>
                  <a:pt x="1001" y="7513"/>
                </a:moveTo>
                <a:cubicBezTo>
                  <a:pt x="1001" y="16904"/>
                  <a:pt x="751" y="11269"/>
                  <a:pt x="250" y="15026"/>
                </a:cubicBezTo>
                <a:cubicBezTo>
                  <a:pt x="375" y="7513"/>
                  <a:pt x="250" y="15026"/>
                  <a:pt x="0" y="22539"/>
                </a:cubicBezTo>
                <a:cubicBezTo>
                  <a:pt x="250" y="15026"/>
                  <a:pt x="250" y="7513"/>
                  <a:pt x="125" y="18782"/>
                </a:cubicBezTo>
                <a:cubicBezTo>
                  <a:pt x="125" y="26295"/>
                  <a:pt x="1001" y="28173"/>
                  <a:pt x="1878" y="28173"/>
                </a:cubicBezTo>
                <a:cubicBezTo>
                  <a:pt x="3005" y="28173"/>
                  <a:pt x="3881" y="28173"/>
                  <a:pt x="4507" y="22539"/>
                </a:cubicBezTo>
                <a:cubicBezTo>
                  <a:pt x="3631" y="20660"/>
                  <a:pt x="3005" y="26295"/>
                  <a:pt x="2504" y="37565"/>
                </a:cubicBezTo>
                <a:cubicBezTo>
                  <a:pt x="3506" y="37565"/>
                  <a:pt x="4006" y="30052"/>
                  <a:pt x="4758" y="22539"/>
                </a:cubicBezTo>
                <a:cubicBezTo>
                  <a:pt x="5133" y="16904"/>
                  <a:pt x="5008" y="9391"/>
                  <a:pt x="4382" y="9391"/>
                </a:cubicBezTo>
                <a:cubicBezTo>
                  <a:pt x="3631" y="15026"/>
                  <a:pt x="3255" y="20660"/>
                  <a:pt x="3130" y="28173"/>
                </a:cubicBezTo>
                <a:cubicBezTo>
                  <a:pt x="3631" y="30052"/>
                  <a:pt x="4382" y="30052"/>
                  <a:pt x="5384" y="26295"/>
                </a:cubicBezTo>
                <a:cubicBezTo>
                  <a:pt x="6135" y="22539"/>
                  <a:pt x="6636" y="18782"/>
                  <a:pt x="5634" y="16904"/>
                </a:cubicBezTo>
                <a:cubicBezTo>
                  <a:pt x="4507" y="16904"/>
                  <a:pt x="3506" y="20660"/>
                  <a:pt x="2754" y="22539"/>
                </a:cubicBezTo>
                <a:cubicBezTo>
                  <a:pt x="3506" y="20660"/>
                  <a:pt x="2880" y="16904"/>
                  <a:pt x="2253" y="20660"/>
                </a:cubicBezTo>
                <a:cubicBezTo>
                  <a:pt x="1753" y="26295"/>
                  <a:pt x="1502" y="31930"/>
                  <a:pt x="2379" y="28173"/>
                </a:cubicBezTo>
                <a:cubicBezTo>
                  <a:pt x="2754" y="22539"/>
                  <a:pt x="2754" y="15026"/>
                  <a:pt x="2379" y="18782"/>
                </a:cubicBezTo>
                <a:cubicBezTo>
                  <a:pt x="1627" y="26295"/>
                  <a:pt x="1502" y="33808"/>
                  <a:pt x="1753" y="39443"/>
                </a:cubicBezTo>
                <a:cubicBezTo>
                  <a:pt x="3005" y="39443"/>
                  <a:pt x="4382" y="39443"/>
                  <a:pt x="5885" y="39443"/>
                </a:cubicBezTo>
                <a:cubicBezTo>
                  <a:pt x="7137" y="33808"/>
                  <a:pt x="7638" y="31930"/>
                  <a:pt x="6886" y="33808"/>
                </a:cubicBezTo>
                <a:cubicBezTo>
                  <a:pt x="7638" y="39443"/>
                  <a:pt x="8640" y="39443"/>
                  <a:pt x="10142" y="37565"/>
                </a:cubicBezTo>
                <a:cubicBezTo>
                  <a:pt x="11019" y="37565"/>
                  <a:pt x="11519" y="37565"/>
                  <a:pt x="11144" y="33808"/>
                </a:cubicBezTo>
                <a:cubicBezTo>
                  <a:pt x="10393" y="33808"/>
                  <a:pt x="10017" y="37565"/>
                  <a:pt x="9516" y="43200"/>
                </a:cubicBezTo>
                <a:cubicBezTo>
                  <a:pt x="10393" y="39443"/>
                  <a:pt x="10893" y="33808"/>
                  <a:pt x="11019" y="22539"/>
                </a:cubicBezTo>
                <a:cubicBezTo>
                  <a:pt x="10267" y="18782"/>
                  <a:pt x="9391" y="18782"/>
                  <a:pt x="8640" y="26295"/>
                </a:cubicBezTo>
                <a:cubicBezTo>
                  <a:pt x="8139" y="31930"/>
                  <a:pt x="9015" y="37565"/>
                  <a:pt x="10017" y="31930"/>
                </a:cubicBezTo>
                <a:cubicBezTo>
                  <a:pt x="10768" y="26295"/>
                  <a:pt x="11019" y="20660"/>
                  <a:pt x="10267" y="16904"/>
                </a:cubicBezTo>
                <a:cubicBezTo>
                  <a:pt x="9391" y="18782"/>
                  <a:pt x="8139" y="22539"/>
                  <a:pt x="7387" y="30052"/>
                </a:cubicBezTo>
                <a:cubicBezTo>
                  <a:pt x="8013" y="30052"/>
                  <a:pt x="8890" y="22539"/>
                  <a:pt x="9641" y="16904"/>
                </a:cubicBezTo>
                <a:cubicBezTo>
                  <a:pt x="10142" y="9391"/>
                  <a:pt x="9391" y="5634"/>
                  <a:pt x="8514" y="7513"/>
                </a:cubicBezTo>
                <a:cubicBezTo>
                  <a:pt x="7638" y="11269"/>
                  <a:pt x="7513" y="18782"/>
                  <a:pt x="8013" y="18782"/>
                </a:cubicBezTo>
                <a:cubicBezTo>
                  <a:pt x="8765" y="16904"/>
                  <a:pt x="10017" y="15026"/>
                  <a:pt x="11019" y="9391"/>
                </a:cubicBezTo>
                <a:cubicBezTo>
                  <a:pt x="11519" y="5634"/>
                  <a:pt x="10393" y="7513"/>
                  <a:pt x="9641" y="15026"/>
                </a:cubicBezTo>
                <a:cubicBezTo>
                  <a:pt x="9516" y="22539"/>
                  <a:pt x="10893" y="26295"/>
                  <a:pt x="11645" y="18782"/>
                </a:cubicBezTo>
                <a:cubicBezTo>
                  <a:pt x="12271" y="15026"/>
                  <a:pt x="11269" y="15026"/>
                  <a:pt x="11019" y="20660"/>
                </a:cubicBezTo>
                <a:cubicBezTo>
                  <a:pt x="11645" y="22539"/>
                  <a:pt x="12521" y="22539"/>
                  <a:pt x="13398" y="16904"/>
                </a:cubicBezTo>
                <a:cubicBezTo>
                  <a:pt x="14149" y="11269"/>
                  <a:pt x="13273" y="11269"/>
                  <a:pt x="12521" y="18782"/>
                </a:cubicBezTo>
                <a:cubicBezTo>
                  <a:pt x="12271" y="26295"/>
                  <a:pt x="13022" y="28173"/>
                  <a:pt x="13773" y="26295"/>
                </a:cubicBezTo>
                <a:cubicBezTo>
                  <a:pt x="14650" y="22539"/>
                  <a:pt x="15276" y="20660"/>
                  <a:pt x="14650" y="18782"/>
                </a:cubicBezTo>
                <a:cubicBezTo>
                  <a:pt x="13773" y="18782"/>
                  <a:pt x="13022" y="20660"/>
                  <a:pt x="13273" y="26295"/>
                </a:cubicBezTo>
                <a:cubicBezTo>
                  <a:pt x="14149" y="26295"/>
                  <a:pt x="15151" y="22539"/>
                  <a:pt x="15777" y="18782"/>
                </a:cubicBezTo>
                <a:cubicBezTo>
                  <a:pt x="15401" y="15026"/>
                  <a:pt x="14775" y="15026"/>
                  <a:pt x="14400" y="18782"/>
                </a:cubicBezTo>
                <a:cubicBezTo>
                  <a:pt x="15026" y="20660"/>
                  <a:pt x="15777" y="18782"/>
                  <a:pt x="16528" y="15026"/>
                </a:cubicBezTo>
                <a:cubicBezTo>
                  <a:pt x="17280" y="9391"/>
                  <a:pt x="16153" y="9391"/>
                  <a:pt x="15526" y="16904"/>
                </a:cubicBezTo>
                <a:cubicBezTo>
                  <a:pt x="15777" y="22539"/>
                  <a:pt x="16278" y="22539"/>
                  <a:pt x="17405" y="20660"/>
                </a:cubicBezTo>
                <a:cubicBezTo>
                  <a:pt x="18657" y="16904"/>
                  <a:pt x="19659" y="11269"/>
                  <a:pt x="20160" y="9391"/>
                </a:cubicBezTo>
                <a:cubicBezTo>
                  <a:pt x="19033" y="11269"/>
                  <a:pt x="18281" y="16904"/>
                  <a:pt x="17906" y="22539"/>
                </a:cubicBezTo>
                <a:cubicBezTo>
                  <a:pt x="18657" y="28173"/>
                  <a:pt x="19408" y="26295"/>
                  <a:pt x="20160" y="20660"/>
                </a:cubicBezTo>
                <a:cubicBezTo>
                  <a:pt x="20535" y="16904"/>
                  <a:pt x="19784" y="11269"/>
                  <a:pt x="19158" y="11269"/>
                </a:cubicBezTo>
                <a:cubicBezTo>
                  <a:pt x="18782" y="16904"/>
                  <a:pt x="18657" y="26295"/>
                  <a:pt x="19158" y="26295"/>
                </a:cubicBezTo>
                <a:cubicBezTo>
                  <a:pt x="20285" y="22539"/>
                  <a:pt x="21286" y="18782"/>
                  <a:pt x="22413" y="11269"/>
                </a:cubicBezTo>
                <a:cubicBezTo>
                  <a:pt x="23040" y="7513"/>
                  <a:pt x="22038" y="5634"/>
                  <a:pt x="21787" y="11269"/>
                </a:cubicBezTo>
                <a:cubicBezTo>
                  <a:pt x="21537" y="18782"/>
                  <a:pt x="21537" y="28173"/>
                  <a:pt x="22413" y="26295"/>
                </a:cubicBezTo>
                <a:cubicBezTo>
                  <a:pt x="23415" y="20660"/>
                  <a:pt x="24041" y="18782"/>
                  <a:pt x="22789" y="20660"/>
                </a:cubicBezTo>
                <a:cubicBezTo>
                  <a:pt x="22664" y="31930"/>
                  <a:pt x="23666" y="33808"/>
                  <a:pt x="24542" y="31930"/>
                </a:cubicBezTo>
                <a:cubicBezTo>
                  <a:pt x="25168" y="26295"/>
                  <a:pt x="25419" y="20660"/>
                  <a:pt x="24542" y="15026"/>
                </a:cubicBezTo>
                <a:cubicBezTo>
                  <a:pt x="23666" y="15026"/>
                  <a:pt x="23040" y="18782"/>
                  <a:pt x="23415" y="26295"/>
                </a:cubicBezTo>
                <a:cubicBezTo>
                  <a:pt x="24417" y="26295"/>
                  <a:pt x="25419" y="20660"/>
                  <a:pt x="26170" y="16904"/>
                </a:cubicBezTo>
                <a:cubicBezTo>
                  <a:pt x="26671" y="11269"/>
                  <a:pt x="25920" y="11269"/>
                  <a:pt x="25293" y="15026"/>
                </a:cubicBezTo>
                <a:cubicBezTo>
                  <a:pt x="24918" y="18782"/>
                  <a:pt x="25419" y="18782"/>
                  <a:pt x="26170" y="18782"/>
                </a:cubicBezTo>
                <a:cubicBezTo>
                  <a:pt x="26921" y="15026"/>
                  <a:pt x="27422" y="9391"/>
                  <a:pt x="26796" y="5634"/>
                </a:cubicBezTo>
                <a:cubicBezTo>
                  <a:pt x="26420" y="9391"/>
                  <a:pt x="26295" y="18782"/>
                  <a:pt x="26671" y="26295"/>
                </a:cubicBezTo>
                <a:cubicBezTo>
                  <a:pt x="27422" y="26295"/>
                  <a:pt x="28173" y="22539"/>
                  <a:pt x="29050" y="18782"/>
                </a:cubicBezTo>
                <a:cubicBezTo>
                  <a:pt x="29676" y="15026"/>
                  <a:pt x="29175" y="9391"/>
                  <a:pt x="28549" y="11269"/>
                </a:cubicBezTo>
                <a:cubicBezTo>
                  <a:pt x="28048" y="18782"/>
                  <a:pt x="29050" y="22539"/>
                  <a:pt x="30177" y="16904"/>
                </a:cubicBezTo>
                <a:cubicBezTo>
                  <a:pt x="30678" y="11269"/>
                  <a:pt x="31805" y="5634"/>
                  <a:pt x="32055" y="0"/>
                </a:cubicBezTo>
                <a:cubicBezTo>
                  <a:pt x="30678" y="5634"/>
                  <a:pt x="30302" y="9391"/>
                  <a:pt x="30177" y="18782"/>
                </a:cubicBezTo>
                <a:cubicBezTo>
                  <a:pt x="30177" y="26295"/>
                  <a:pt x="31304" y="26295"/>
                  <a:pt x="31930" y="20660"/>
                </a:cubicBezTo>
                <a:cubicBezTo>
                  <a:pt x="32806" y="18782"/>
                  <a:pt x="33433" y="15026"/>
                  <a:pt x="32431" y="11269"/>
                </a:cubicBezTo>
                <a:cubicBezTo>
                  <a:pt x="31805" y="16904"/>
                  <a:pt x="31930" y="28173"/>
                  <a:pt x="32806" y="28173"/>
                </a:cubicBezTo>
                <a:cubicBezTo>
                  <a:pt x="33808" y="28173"/>
                  <a:pt x="34309" y="22539"/>
                  <a:pt x="34560" y="16904"/>
                </a:cubicBezTo>
                <a:cubicBezTo>
                  <a:pt x="33808" y="15026"/>
                  <a:pt x="33182" y="15026"/>
                  <a:pt x="32681" y="16904"/>
                </a:cubicBezTo>
                <a:cubicBezTo>
                  <a:pt x="33057" y="22539"/>
                  <a:pt x="33808" y="22539"/>
                  <a:pt x="34560" y="20660"/>
                </a:cubicBezTo>
                <a:cubicBezTo>
                  <a:pt x="35060" y="16904"/>
                  <a:pt x="35436" y="11269"/>
                  <a:pt x="34935" y="9391"/>
                </a:cubicBezTo>
                <a:cubicBezTo>
                  <a:pt x="34560" y="15026"/>
                  <a:pt x="34309" y="20660"/>
                  <a:pt x="34685" y="28173"/>
                </a:cubicBezTo>
                <a:cubicBezTo>
                  <a:pt x="35436" y="28173"/>
                  <a:pt x="36187" y="26295"/>
                  <a:pt x="36813" y="20660"/>
                </a:cubicBezTo>
                <a:cubicBezTo>
                  <a:pt x="36438" y="16904"/>
                  <a:pt x="36062" y="26295"/>
                  <a:pt x="36813" y="30052"/>
                </a:cubicBezTo>
                <a:cubicBezTo>
                  <a:pt x="37440" y="26295"/>
                  <a:pt x="37940" y="18782"/>
                  <a:pt x="38316" y="15026"/>
                </a:cubicBezTo>
                <a:cubicBezTo>
                  <a:pt x="37940" y="11269"/>
                  <a:pt x="37440" y="18782"/>
                  <a:pt x="37189" y="26295"/>
                </a:cubicBezTo>
                <a:cubicBezTo>
                  <a:pt x="38191" y="22539"/>
                  <a:pt x="39067" y="18782"/>
                  <a:pt x="39819" y="11269"/>
                </a:cubicBezTo>
                <a:cubicBezTo>
                  <a:pt x="40570" y="7513"/>
                  <a:pt x="40069" y="5634"/>
                  <a:pt x="39693" y="11269"/>
                </a:cubicBezTo>
                <a:cubicBezTo>
                  <a:pt x="39318" y="18782"/>
                  <a:pt x="39193" y="26295"/>
                  <a:pt x="39944" y="30052"/>
                </a:cubicBezTo>
                <a:cubicBezTo>
                  <a:pt x="40445" y="22539"/>
                  <a:pt x="40695" y="16904"/>
                  <a:pt x="39944" y="22539"/>
                </a:cubicBezTo>
                <a:cubicBezTo>
                  <a:pt x="39568" y="31930"/>
                  <a:pt x="40069" y="33808"/>
                  <a:pt x="40570" y="30052"/>
                </a:cubicBezTo>
                <a:cubicBezTo>
                  <a:pt x="41071" y="20660"/>
                  <a:pt x="41446" y="28173"/>
                  <a:pt x="42198" y="28173"/>
                </a:cubicBezTo>
                <a:cubicBezTo>
                  <a:pt x="42699" y="22539"/>
                  <a:pt x="43200" y="20660"/>
                  <a:pt x="42198" y="20660"/>
                </a:cubicBezTo>
                <a:cubicBezTo>
                  <a:pt x="42073" y="28173"/>
                  <a:pt x="42573" y="20660"/>
                  <a:pt x="42573" y="9391"/>
                </a:cubicBezTo>
                <a:quadBezTo>
                  <a:pt x="41947" y="5634"/>
                  <a:pt x="41446" y="9391"/>
                </a:quadBezTo>
              </a:path>
            </a:pathLst>
          </a:custGeom>
          <a:noFill/>
          <a:ln cap="flat" cmpd="sng" w="126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7"/>
          <p:cNvSpPr/>
          <p:nvPr/>
        </p:nvSpPr>
        <p:spPr>
          <a:xfrm>
            <a:off x="1667082" y="3209472"/>
            <a:ext cx="183636" cy="5185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20" name="Google Shape;220;p17"/>
          <p:cNvSpPr/>
          <p:nvPr/>
        </p:nvSpPr>
        <p:spPr>
          <a:xfrm>
            <a:off x="11566320" y="186711"/>
            <a:ext cx="183636" cy="3051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21" name="Google Shape;221;p17"/>
          <p:cNvSpPr/>
          <p:nvPr/>
        </p:nvSpPr>
        <p:spPr>
          <a:xfrm>
            <a:off x="5711208" y="3209472"/>
            <a:ext cx="2932541" cy="518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ax + bx + ay + by</a:t>
            </a:r>
            <a:endParaRPr b="0" i="0" sz="2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171471" y="7860629"/>
            <a:ext cx="3298655" cy="180471"/>
          </a:xfrm>
          <a:custGeom>
            <a:rect b="b" l="l" r="r" t="t"/>
            <a:pathLst>
              <a:path extrusionOk="0" fill="none" h="43200" w="43200">
                <a:moveTo>
                  <a:pt x="1838" y="4799"/>
                </a:moveTo>
                <a:cubicBezTo>
                  <a:pt x="1575" y="14400"/>
                  <a:pt x="1181" y="21599"/>
                  <a:pt x="919" y="28799"/>
                </a:cubicBezTo>
                <a:cubicBezTo>
                  <a:pt x="393" y="31200"/>
                  <a:pt x="0" y="35999"/>
                  <a:pt x="919" y="43200"/>
                </a:cubicBezTo>
                <a:cubicBezTo>
                  <a:pt x="1838" y="43200"/>
                  <a:pt x="3413" y="43200"/>
                  <a:pt x="4858" y="40799"/>
                </a:cubicBezTo>
                <a:cubicBezTo>
                  <a:pt x="6827" y="40799"/>
                  <a:pt x="8666" y="40799"/>
                  <a:pt x="9848" y="40799"/>
                </a:cubicBezTo>
                <a:cubicBezTo>
                  <a:pt x="10373" y="35999"/>
                  <a:pt x="10898" y="35999"/>
                  <a:pt x="11555" y="40799"/>
                </a:cubicBezTo>
                <a:cubicBezTo>
                  <a:pt x="12211" y="43200"/>
                  <a:pt x="12868" y="43200"/>
                  <a:pt x="13655" y="43200"/>
                </a:cubicBezTo>
                <a:cubicBezTo>
                  <a:pt x="14443" y="43200"/>
                  <a:pt x="15625" y="43200"/>
                  <a:pt x="16807" y="43200"/>
                </a:cubicBezTo>
                <a:cubicBezTo>
                  <a:pt x="17726" y="43200"/>
                  <a:pt x="18251" y="33599"/>
                  <a:pt x="18908" y="33599"/>
                </a:cubicBezTo>
                <a:cubicBezTo>
                  <a:pt x="19433" y="35999"/>
                  <a:pt x="20221" y="35999"/>
                  <a:pt x="20615" y="31200"/>
                </a:cubicBezTo>
                <a:cubicBezTo>
                  <a:pt x="19696" y="31200"/>
                  <a:pt x="18251" y="31200"/>
                  <a:pt x="16807" y="31200"/>
                </a:cubicBezTo>
                <a:cubicBezTo>
                  <a:pt x="15494" y="33599"/>
                  <a:pt x="14049" y="33599"/>
                  <a:pt x="12474" y="31200"/>
                </a:cubicBezTo>
                <a:cubicBezTo>
                  <a:pt x="11686" y="28799"/>
                  <a:pt x="12211" y="21599"/>
                  <a:pt x="13262" y="16799"/>
                </a:cubicBezTo>
                <a:cubicBezTo>
                  <a:pt x="13787" y="16799"/>
                  <a:pt x="14706" y="16799"/>
                  <a:pt x="15625" y="16799"/>
                </a:cubicBezTo>
                <a:cubicBezTo>
                  <a:pt x="16938" y="16799"/>
                  <a:pt x="17726" y="16799"/>
                  <a:pt x="18908" y="16799"/>
                </a:cubicBezTo>
                <a:cubicBezTo>
                  <a:pt x="19696" y="16799"/>
                  <a:pt x="20483" y="16799"/>
                  <a:pt x="21271" y="16799"/>
                </a:cubicBezTo>
                <a:cubicBezTo>
                  <a:pt x="22847" y="16799"/>
                  <a:pt x="24423" y="19200"/>
                  <a:pt x="25867" y="19200"/>
                </a:cubicBezTo>
                <a:cubicBezTo>
                  <a:pt x="27049" y="19200"/>
                  <a:pt x="28099" y="19200"/>
                  <a:pt x="29150" y="16799"/>
                </a:cubicBezTo>
                <a:cubicBezTo>
                  <a:pt x="29675" y="16799"/>
                  <a:pt x="30463" y="16799"/>
                  <a:pt x="31251" y="16799"/>
                </a:cubicBezTo>
                <a:cubicBezTo>
                  <a:pt x="31776" y="14400"/>
                  <a:pt x="32564" y="11999"/>
                  <a:pt x="33614" y="11999"/>
                </a:cubicBezTo>
                <a:cubicBezTo>
                  <a:pt x="34533" y="11999"/>
                  <a:pt x="35584" y="11999"/>
                  <a:pt x="35978" y="7200"/>
                </a:cubicBezTo>
                <a:cubicBezTo>
                  <a:pt x="36503" y="7200"/>
                  <a:pt x="37159" y="7200"/>
                  <a:pt x="37947" y="2400"/>
                </a:cubicBezTo>
                <a:cubicBezTo>
                  <a:pt x="38998" y="2400"/>
                  <a:pt x="39786" y="2400"/>
                  <a:pt x="40442" y="2400"/>
                </a:cubicBezTo>
                <a:cubicBezTo>
                  <a:pt x="40967" y="2400"/>
                  <a:pt x="41624" y="0"/>
                  <a:pt x="42543" y="2400"/>
                </a:cubicBezTo>
                <a:cubicBezTo>
                  <a:pt x="43200" y="2400"/>
                  <a:pt x="42674" y="2400"/>
                  <a:pt x="41755" y="14400"/>
                </a:cubicBezTo>
                <a:cubicBezTo>
                  <a:pt x="41230" y="21599"/>
                  <a:pt x="40836" y="26400"/>
                  <a:pt x="40311" y="26400"/>
                </a:cubicBezTo>
                <a:cubicBezTo>
                  <a:pt x="39392" y="26400"/>
                  <a:pt x="38604" y="26400"/>
                  <a:pt x="38079" y="28799"/>
                </a:cubicBezTo>
                <a:cubicBezTo>
                  <a:pt x="37422" y="28799"/>
                  <a:pt x="36897" y="28799"/>
                  <a:pt x="36372" y="28799"/>
                </a:cubicBezTo>
                <a:cubicBezTo>
                  <a:pt x="35190" y="28799"/>
                  <a:pt x="34271" y="28799"/>
                  <a:pt x="33745" y="28799"/>
                </a:cubicBezTo>
                <a:cubicBezTo>
                  <a:pt x="33089" y="28799"/>
                  <a:pt x="32301" y="28799"/>
                  <a:pt x="31776" y="31200"/>
                </a:cubicBezTo>
                <a:lnTo>
                  <a:pt x="31251" y="31200"/>
                </a:lnTo>
              </a:path>
            </a:pathLst>
          </a:custGeom>
          <a:noFill/>
          <a:ln cap="flat" cmpd="sng" w="126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7"/>
          <p:cNvSpPr/>
          <p:nvPr/>
        </p:nvSpPr>
        <p:spPr>
          <a:xfrm>
            <a:off x="7074322" y="3209472"/>
            <a:ext cx="183636" cy="518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8"/>
          <p:cNvSpPr/>
          <p:nvPr/>
        </p:nvSpPr>
        <p:spPr>
          <a:xfrm>
            <a:off x="233329" y="232611"/>
            <a:ext cx="6996666" cy="623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Calibri"/>
              <a:buNone/>
            </a:pPr>
            <a:r>
              <a:rPr b="0" i="0" lang="en-US" sz="3900" u="none" cap="none" strike="noStrike">
                <a:solidFill>
                  <a:srgbClr val="1F1E1E"/>
                </a:solidFill>
                <a:latin typeface="Calibri"/>
                <a:ea typeface="Calibri"/>
                <a:cs typeface="Calibri"/>
                <a:sym typeface="Calibri"/>
              </a:rPr>
              <a:t>Ejercicio 5:</a:t>
            </a:r>
            <a:r>
              <a:rPr b="0" i="0" lang="en-US" sz="3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Factorización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"/>
          <p:cNvSpPr/>
          <p:nvPr/>
        </p:nvSpPr>
        <p:spPr>
          <a:xfrm>
            <a:off x="4253881" y="5343396"/>
            <a:ext cx="6530100" cy="758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</a:pPr>
            <a:r>
              <a:t/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8"/>
          <p:cNvSpPr/>
          <p:nvPr/>
        </p:nvSpPr>
        <p:spPr>
          <a:xfrm>
            <a:off x="181497" y="7750341"/>
            <a:ext cx="3459078" cy="230603"/>
          </a:xfrm>
          <a:custGeom>
            <a:rect b="b" l="l" r="r" t="t"/>
            <a:pathLst>
              <a:path extrusionOk="0" fill="none" h="43200" w="43200">
                <a:moveTo>
                  <a:pt x="1001" y="7513"/>
                </a:moveTo>
                <a:cubicBezTo>
                  <a:pt x="1001" y="16904"/>
                  <a:pt x="751" y="11269"/>
                  <a:pt x="250" y="15026"/>
                </a:cubicBezTo>
                <a:cubicBezTo>
                  <a:pt x="375" y="7513"/>
                  <a:pt x="250" y="15026"/>
                  <a:pt x="0" y="22539"/>
                </a:cubicBezTo>
                <a:cubicBezTo>
                  <a:pt x="250" y="15026"/>
                  <a:pt x="250" y="7513"/>
                  <a:pt x="125" y="18782"/>
                </a:cubicBezTo>
                <a:cubicBezTo>
                  <a:pt x="125" y="26295"/>
                  <a:pt x="1001" y="28173"/>
                  <a:pt x="1878" y="28173"/>
                </a:cubicBezTo>
                <a:cubicBezTo>
                  <a:pt x="3005" y="28173"/>
                  <a:pt x="3881" y="28173"/>
                  <a:pt x="4507" y="22539"/>
                </a:cubicBezTo>
                <a:cubicBezTo>
                  <a:pt x="3631" y="20660"/>
                  <a:pt x="3005" y="26295"/>
                  <a:pt x="2504" y="37565"/>
                </a:cubicBezTo>
                <a:cubicBezTo>
                  <a:pt x="3506" y="37565"/>
                  <a:pt x="4006" y="30052"/>
                  <a:pt x="4758" y="22539"/>
                </a:cubicBezTo>
                <a:cubicBezTo>
                  <a:pt x="5133" y="16904"/>
                  <a:pt x="5008" y="9391"/>
                  <a:pt x="4382" y="9391"/>
                </a:cubicBezTo>
                <a:cubicBezTo>
                  <a:pt x="3631" y="15026"/>
                  <a:pt x="3255" y="20660"/>
                  <a:pt x="3130" y="28173"/>
                </a:cubicBezTo>
                <a:cubicBezTo>
                  <a:pt x="3631" y="30052"/>
                  <a:pt x="4382" y="30052"/>
                  <a:pt x="5384" y="26295"/>
                </a:cubicBezTo>
                <a:cubicBezTo>
                  <a:pt x="6135" y="22539"/>
                  <a:pt x="6636" y="18782"/>
                  <a:pt x="5634" y="16904"/>
                </a:cubicBezTo>
                <a:cubicBezTo>
                  <a:pt x="4507" y="16904"/>
                  <a:pt x="3506" y="20660"/>
                  <a:pt x="2754" y="22539"/>
                </a:cubicBezTo>
                <a:cubicBezTo>
                  <a:pt x="3506" y="20660"/>
                  <a:pt x="2880" y="16904"/>
                  <a:pt x="2253" y="20660"/>
                </a:cubicBezTo>
                <a:cubicBezTo>
                  <a:pt x="1753" y="26295"/>
                  <a:pt x="1502" y="31930"/>
                  <a:pt x="2379" y="28173"/>
                </a:cubicBezTo>
                <a:cubicBezTo>
                  <a:pt x="2754" y="22539"/>
                  <a:pt x="2754" y="15026"/>
                  <a:pt x="2379" y="18782"/>
                </a:cubicBezTo>
                <a:cubicBezTo>
                  <a:pt x="1627" y="26295"/>
                  <a:pt x="1502" y="33808"/>
                  <a:pt x="1753" y="39443"/>
                </a:cubicBezTo>
                <a:cubicBezTo>
                  <a:pt x="3005" y="39443"/>
                  <a:pt x="4382" y="39443"/>
                  <a:pt x="5885" y="39443"/>
                </a:cubicBezTo>
                <a:cubicBezTo>
                  <a:pt x="7137" y="33808"/>
                  <a:pt x="7638" y="31930"/>
                  <a:pt x="6886" y="33808"/>
                </a:cubicBezTo>
                <a:cubicBezTo>
                  <a:pt x="7638" y="39443"/>
                  <a:pt x="8640" y="39443"/>
                  <a:pt x="10142" y="37565"/>
                </a:cubicBezTo>
                <a:cubicBezTo>
                  <a:pt x="11019" y="37565"/>
                  <a:pt x="11519" y="37565"/>
                  <a:pt x="11144" y="33808"/>
                </a:cubicBezTo>
                <a:cubicBezTo>
                  <a:pt x="10393" y="33808"/>
                  <a:pt x="10017" y="37565"/>
                  <a:pt x="9516" y="43200"/>
                </a:cubicBezTo>
                <a:cubicBezTo>
                  <a:pt x="10393" y="39443"/>
                  <a:pt x="10893" y="33808"/>
                  <a:pt x="11019" y="22539"/>
                </a:cubicBezTo>
                <a:cubicBezTo>
                  <a:pt x="10267" y="18782"/>
                  <a:pt x="9391" y="18782"/>
                  <a:pt x="8640" y="26295"/>
                </a:cubicBezTo>
                <a:cubicBezTo>
                  <a:pt x="8139" y="31930"/>
                  <a:pt x="9015" y="37565"/>
                  <a:pt x="10017" y="31930"/>
                </a:cubicBezTo>
                <a:cubicBezTo>
                  <a:pt x="10768" y="26295"/>
                  <a:pt x="11019" y="20660"/>
                  <a:pt x="10267" y="16904"/>
                </a:cubicBezTo>
                <a:cubicBezTo>
                  <a:pt x="9391" y="18782"/>
                  <a:pt x="8139" y="22539"/>
                  <a:pt x="7387" y="30052"/>
                </a:cubicBezTo>
                <a:cubicBezTo>
                  <a:pt x="8013" y="30052"/>
                  <a:pt x="8890" y="22539"/>
                  <a:pt x="9641" y="16904"/>
                </a:cubicBezTo>
                <a:cubicBezTo>
                  <a:pt x="10142" y="9391"/>
                  <a:pt x="9391" y="5634"/>
                  <a:pt x="8514" y="7513"/>
                </a:cubicBezTo>
                <a:cubicBezTo>
                  <a:pt x="7638" y="11269"/>
                  <a:pt x="7513" y="18782"/>
                  <a:pt x="8013" y="18782"/>
                </a:cubicBezTo>
                <a:cubicBezTo>
                  <a:pt x="8765" y="16904"/>
                  <a:pt x="10017" y="15026"/>
                  <a:pt x="11019" y="9391"/>
                </a:cubicBezTo>
                <a:cubicBezTo>
                  <a:pt x="11519" y="5634"/>
                  <a:pt x="10393" y="7513"/>
                  <a:pt x="9641" y="15026"/>
                </a:cubicBezTo>
                <a:cubicBezTo>
                  <a:pt x="9516" y="22539"/>
                  <a:pt x="10893" y="26295"/>
                  <a:pt x="11645" y="18782"/>
                </a:cubicBezTo>
                <a:cubicBezTo>
                  <a:pt x="12271" y="15026"/>
                  <a:pt x="11269" y="15026"/>
                  <a:pt x="11019" y="20660"/>
                </a:cubicBezTo>
                <a:cubicBezTo>
                  <a:pt x="11645" y="22539"/>
                  <a:pt x="12521" y="22539"/>
                  <a:pt x="13398" y="16904"/>
                </a:cubicBezTo>
                <a:cubicBezTo>
                  <a:pt x="14149" y="11269"/>
                  <a:pt x="13273" y="11269"/>
                  <a:pt x="12521" y="18782"/>
                </a:cubicBezTo>
                <a:cubicBezTo>
                  <a:pt x="12271" y="26295"/>
                  <a:pt x="13022" y="28173"/>
                  <a:pt x="13773" y="26295"/>
                </a:cubicBezTo>
                <a:cubicBezTo>
                  <a:pt x="14650" y="22539"/>
                  <a:pt x="15276" y="20660"/>
                  <a:pt x="14650" y="18782"/>
                </a:cubicBezTo>
                <a:cubicBezTo>
                  <a:pt x="13773" y="18782"/>
                  <a:pt x="13022" y="20660"/>
                  <a:pt x="13273" y="26295"/>
                </a:cubicBezTo>
                <a:cubicBezTo>
                  <a:pt x="14149" y="26295"/>
                  <a:pt x="15151" y="22539"/>
                  <a:pt x="15777" y="18782"/>
                </a:cubicBezTo>
                <a:cubicBezTo>
                  <a:pt x="15401" y="15026"/>
                  <a:pt x="14775" y="15026"/>
                  <a:pt x="14400" y="18782"/>
                </a:cubicBezTo>
                <a:cubicBezTo>
                  <a:pt x="15026" y="20660"/>
                  <a:pt x="15777" y="18782"/>
                  <a:pt x="16528" y="15026"/>
                </a:cubicBezTo>
                <a:cubicBezTo>
                  <a:pt x="17280" y="9391"/>
                  <a:pt x="16153" y="9391"/>
                  <a:pt x="15526" y="16904"/>
                </a:cubicBezTo>
                <a:cubicBezTo>
                  <a:pt x="15777" y="22539"/>
                  <a:pt x="16278" y="22539"/>
                  <a:pt x="17405" y="20660"/>
                </a:cubicBezTo>
                <a:cubicBezTo>
                  <a:pt x="18657" y="16904"/>
                  <a:pt x="19659" y="11269"/>
                  <a:pt x="20160" y="9391"/>
                </a:cubicBezTo>
                <a:cubicBezTo>
                  <a:pt x="19033" y="11269"/>
                  <a:pt x="18281" y="16904"/>
                  <a:pt x="17906" y="22539"/>
                </a:cubicBezTo>
                <a:cubicBezTo>
                  <a:pt x="18657" y="28173"/>
                  <a:pt x="19408" y="26295"/>
                  <a:pt x="20160" y="20660"/>
                </a:cubicBezTo>
                <a:cubicBezTo>
                  <a:pt x="20535" y="16904"/>
                  <a:pt x="19784" y="11269"/>
                  <a:pt x="19158" y="11269"/>
                </a:cubicBezTo>
                <a:cubicBezTo>
                  <a:pt x="18782" y="16904"/>
                  <a:pt x="18657" y="26295"/>
                  <a:pt x="19158" y="26295"/>
                </a:cubicBezTo>
                <a:cubicBezTo>
                  <a:pt x="20285" y="22539"/>
                  <a:pt x="21286" y="18782"/>
                  <a:pt x="22413" y="11269"/>
                </a:cubicBezTo>
                <a:cubicBezTo>
                  <a:pt x="23040" y="7513"/>
                  <a:pt x="22038" y="5634"/>
                  <a:pt x="21787" y="11269"/>
                </a:cubicBezTo>
                <a:cubicBezTo>
                  <a:pt x="21537" y="18782"/>
                  <a:pt x="21537" y="28173"/>
                  <a:pt x="22413" y="26295"/>
                </a:cubicBezTo>
                <a:cubicBezTo>
                  <a:pt x="23415" y="20660"/>
                  <a:pt x="24041" y="18782"/>
                  <a:pt x="22789" y="20660"/>
                </a:cubicBezTo>
                <a:cubicBezTo>
                  <a:pt x="22664" y="31930"/>
                  <a:pt x="23666" y="33808"/>
                  <a:pt x="24542" y="31930"/>
                </a:cubicBezTo>
                <a:cubicBezTo>
                  <a:pt x="25168" y="26295"/>
                  <a:pt x="25419" y="20660"/>
                  <a:pt x="24542" y="15026"/>
                </a:cubicBezTo>
                <a:cubicBezTo>
                  <a:pt x="23666" y="15026"/>
                  <a:pt x="23040" y="18782"/>
                  <a:pt x="23415" y="26295"/>
                </a:cubicBezTo>
                <a:cubicBezTo>
                  <a:pt x="24417" y="26295"/>
                  <a:pt x="25419" y="20660"/>
                  <a:pt x="26170" y="16904"/>
                </a:cubicBezTo>
                <a:cubicBezTo>
                  <a:pt x="26671" y="11269"/>
                  <a:pt x="25920" y="11269"/>
                  <a:pt x="25293" y="15026"/>
                </a:cubicBezTo>
                <a:cubicBezTo>
                  <a:pt x="24918" y="18782"/>
                  <a:pt x="25419" y="18782"/>
                  <a:pt x="26170" y="18782"/>
                </a:cubicBezTo>
                <a:cubicBezTo>
                  <a:pt x="26921" y="15026"/>
                  <a:pt x="27422" y="9391"/>
                  <a:pt x="26796" y="5634"/>
                </a:cubicBezTo>
                <a:cubicBezTo>
                  <a:pt x="26420" y="9391"/>
                  <a:pt x="26295" y="18782"/>
                  <a:pt x="26671" y="26295"/>
                </a:cubicBezTo>
                <a:cubicBezTo>
                  <a:pt x="27422" y="26295"/>
                  <a:pt x="28173" y="22539"/>
                  <a:pt x="29050" y="18782"/>
                </a:cubicBezTo>
                <a:cubicBezTo>
                  <a:pt x="29676" y="15026"/>
                  <a:pt x="29175" y="9391"/>
                  <a:pt x="28549" y="11269"/>
                </a:cubicBezTo>
                <a:cubicBezTo>
                  <a:pt x="28048" y="18782"/>
                  <a:pt x="29050" y="22539"/>
                  <a:pt x="30177" y="16904"/>
                </a:cubicBezTo>
                <a:cubicBezTo>
                  <a:pt x="30678" y="11269"/>
                  <a:pt x="31805" y="5634"/>
                  <a:pt x="32055" y="0"/>
                </a:cubicBezTo>
                <a:cubicBezTo>
                  <a:pt x="30678" y="5634"/>
                  <a:pt x="30302" y="9391"/>
                  <a:pt x="30177" y="18782"/>
                </a:cubicBezTo>
                <a:cubicBezTo>
                  <a:pt x="30177" y="26295"/>
                  <a:pt x="31304" y="26295"/>
                  <a:pt x="31930" y="20660"/>
                </a:cubicBezTo>
                <a:cubicBezTo>
                  <a:pt x="32806" y="18782"/>
                  <a:pt x="33433" y="15026"/>
                  <a:pt x="32431" y="11269"/>
                </a:cubicBezTo>
                <a:cubicBezTo>
                  <a:pt x="31805" y="16904"/>
                  <a:pt x="31930" y="28173"/>
                  <a:pt x="32806" y="28173"/>
                </a:cubicBezTo>
                <a:cubicBezTo>
                  <a:pt x="33808" y="28173"/>
                  <a:pt x="34309" y="22539"/>
                  <a:pt x="34560" y="16904"/>
                </a:cubicBezTo>
                <a:cubicBezTo>
                  <a:pt x="33808" y="15026"/>
                  <a:pt x="33182" y="15026"/>
                  <a:pt x="32681" y="16904"/>
                </a:cubicBezTo>
                <a:cubicBezTo>
                  <a:pt x="33057" y="22539"/>
                  <a:pt x="33808" y="22539"/>
                  <a:pt x="34560" y="20660"/>
                </a:cubicBezTo>
                <a:cubicBezTo>
                  <a:pt x="35060" y="16904"/>
                  <a:pt x="35436" y="11269"/>
                  <a:pt x="34935" y="9391"/>
                </a:cubicBezTo>
                <a:cubicBezTo>
                  <a:pt x="34560" y="15026"/>
                  <a:pt x="34309" y="20660"/>
                  <a:pt x="34685" y="28173"/>
                </a:cubicBezTo>
                <a:cubicBezTo>
                  <a:pt x="35436" y="28173"/>
                  <a:pt x="36187" y="26295"/>
                  <a:pt x="36813" y="20660"/>
                </a:cubicBezTo>
                <a:cubicBezTo>
                  <a:pt x="36438" y="16904"/>
                  <a:pt x="36062" y="26295"/>
                  <a:pt x="36813" y="30052"/>
                </a:cubicBezTo>
                <a:cubicBezTo>
                  <a:pt x="37440" y="26295"/>
                  <a:pt x="37940" y="18782"/>
                  <a:pt x="38316" y="15026"/>
                </a:cubicBezTo>
                <a:cubicBezTo>
                  <a:pt x="37940" y="11269"/>
                  <a:pt x="37440" y="18782"/>
                  <a:pt x="37189" y="26295"/>
                </a:cubicBezTo>
                <a:cubicBezTo>
                  <a:pt x="38191" y="22539"/>
                  <a:pt x="39067" y="18782"/>
                  <a:pt x="39819" y="11269"/>
                </a:cubicBezTo>
                <a:cubicBezTo>
                  <a:pt x="40570" y="7513"/>
                  <a:pt x="40069" y="5634"/>
                  <a:pt x="39693" y="11269"/>
                </a:cubicBezTo>
                <a:cubicBezTo>
                  <a:pt x="39318" y="18782"/>
                  <a:pt x="39193" y="26295"/>
                  <a:pt x="39944" y="30052"/>
                </a:cubicBezTo>
                <a:cubicBezTo>
                  <a:pt x="40445" y="22539"/>
                  <a:pt x="40695" y="16904"/>
                  <a:pt x="39944" y="22539"/>
                </a:cubicBezTo>
                <a:cubicBezTo>
                  <a:pt x="39568" y="31930"/>
                  <a:pt x="40069" y="33808"/>
                  <a:pt x="40570" y="30052"/>
                </a:cubicBezTo>
                <a:cubicBezTo>
                  <a:pt x="41071" y="20660"/>
                  <a:pt x="41446" y="28173"/>
                  <a:pt x="42198" y="28173"/>
                </a:cubicBezTo>
                <a:cubicBezTo>
                  <a:pt x="42699" y="22539"/>
                  <a:pt x="43200" y="20660"/>
                  <a:pt x="42198" y="20660"/>
                </a:cubicBezTo>
                <a:cubicBezTo>
                  <a:pt x="42073" y="28173"/>
                  <a:pt x="42573" y="20660"/>
                  <a:pt x="42573" y="9391"/>
                </a:cubicBezTo>
                <a:quadBezTo>
                  <a:pt x="41947" y="5634"/>
                  <a:pt x="41446" y="9391"/>
                </a:quadBezTo>
              </a:path>
            </a:pathLst>
          </a:custGeom>
          <a:noFill/>
          <a:ln cap="flat" cmpd="sng" w="126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8"/>
          <p:cNvSpPr/>
          <p:nvPr/>
        </p:nvSpPr>
        <p:spPr>
          <a:xfrm>
            <a:off x="1667082" y="3209472"/>
            <a:ext cx="183636" cy="5185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33" name="Google Shape;233;p18"/>
          <p:cNvSpPr/>
          <p:nvPr/>
        </p:nvSpPr>
        <p:spPr>
          <a:xfrm>
            <a:off x="11566320" y="186711"/>
            <a:ext cx="183636" cy="3051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34" name="Google Shape;234;p18"/>
          <p:cNvSpPr/>
          <p:nvPr/>
        </p:nvSpPr>
        <p:spPr>
          <a:xfrm>
            <a:off x="4146328" y="3209472"/>
            <a:ext cx="6095422" cy="2225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ax + bx + ay + by = ax + ay + bx + by</a:t>
            </a:r>
            <a:endParaRPr b="0" i="0" sz="2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= a(x + y) + b(x + y)</a:t>
            </a:r>
            <a:endParaRPr b="0" i="0" sz="2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= </a:t>
            </a:r>
            <a:r>
              <a:rPr b="0" i="0" lang="en-US" sz="2800" u="none" cap="none" strike="noStrike">
                <a:solidFill>
                  <a:srgbClr val="DA1B2E"/>
                </a:solidFill>
                <a:latin typeface="Cambria Math"/>
                <a:ea typeface="Cambria Math"/>
                <a:cs typeface="Cambria Math"/>
                <a:sym typeface="Cambria Math"/>
              </a:rPr>
              <a:t>(a + b)(x + y)</a:t>
            </a:r>
            <a:endParaRPr b="0" i="0" sz="2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35" name="Google Shape;235;p18"/>
          <p:cNvSpPr/>
          <p:nvPr/>
        </p:nvSpPr>
        <p:spPr>
          <a:xfrm>
            <a:off x="171471" y="7860629"/>
            <a:ext cx="3298655" cy="180471"/>
          </a:xfrm>
          <a:custGeom>
            <a:rect b="b" l="l" r="r" t="t"/>
            <a:pathLst>
              <a:path extrusionOk="0" fill="none" h="43200" w="43200">
                <a:moveTo>
                  <a:pt x="1838" y="4799"/>
                </a:moveTo>
                <a:cubicBezTo>
                  <a:pt x="1575" y="14400"/>
                  <a:pt x="1181" y="21599"/>
                  <a:pt x="919" y="28799"/>
                </a:cubicBezTo>
                <a:cubicBezTo>
                  <a:pt x="393" y="31200"/>
                  <a:pt x="0" y="35999"/>
                  <a:pt x="919" y="43200"/>
                </a:cubicBezTo>
                <a:cubicBezTo>
                  <a:pt x="1838" y="43200"/>
                  <a:pt x="3413" y="43200"/>
                  <a:pt x="4858" y="40799"/>
                </a:cubicBezTo>
                <a:cubicBezTo>
                  <a:pt x="6827" y="40799"/>
                  <a:pt x="8666" y="40799"/>
                  <a:pt x="9848" y="40799"/>
                </a:cubicBezTo>
                <a:cubicBezTo>
                  <a:pt x="10373" y="35999"/>
                  <a:pt x="10898" y="35999"/>
                  <a:pt x="11555" y="40799"/>
                </a:cubicBezTo>
                <a:cubicBezTo>
                  <a:pt x="12211" y="43200"/>
                  <a:pt x="12868" y="43200"/>
                  <a:pt x="13655" y="43200"/>
                </a:cubicBezTo>
                <a:cubicBezTo>
                  <a:pt x="14443" y="43200"/>
                  <a:pt x="15625" y="43200"/>
                  <a:pt x="16807" y="43200"/>
                </a:cubicBezTo>
                <a:cubicBezTo>
                  <a:pt x="17726" y="43200"/>
                  <a:pt x="18251" y="33599"/>
                  <a:pt x="18908" y="33599"/>
                </a:cubicBezTo>
                <a:cubicBezTo>
                  <a:pt x="19433" y="35999"/>
                  <a:pt x="20221" y="35999"/>
                  <a:pt x="20615" y="31200"/>
                </a:cubicBezTo>
                <a:cubicBezTo>
                  <a:pt x="19696" y="31200"/>
                  <a:pt x="18251" y="31200"/>
                  <a:pt x="16807" y="31200"/>
                </a:cubicBezTo>
                <a:cubicBezTo>
                  <a:pt x="15494" y="33599"/>
                  <a:pt x="14049" y="33599"/>
                  <a:pt x="12474" y="31200"/>
                </a:cubicBezTo>
                <a:cubicBezTo>
                  <a:pt x="11686" y="28799"/>
                  <a:pt x="12211" y="21599"/>
                  <a:pt x="13262" y="16799"/>
                </a:cubicBezTo>
                <a:cubicBezTo>
                  <a:pt x="13787" y="16799"/>
                  <a:pt x="14706" y="16799"/>
                  <a:pt x="15625" y="16799"/>
                </a:cubicBezTo>
                <a:cubicBezTo>
                  <a:pt x="16938" y="16799"/>
                  <a:pt x="17726" y="16799"/>
                  <a:pt x="18908" y="16799"/>
                </a:cubicBezTo>
                <a:cubicBezTo>
                  <a:pt x="19696" y="16799"/>
                  <a:pt x="20483" y="16799"/>
                  <a:pt x="21271" y="16799"/>
                </a:cubicBezTo>
                <a:cubicBezTo>
                  <a:pt x="22847" y="16799"/>
                  <a:pt x="24423" y="19200"/>
                  <a:pt x="25867" y="19200"/>
                </a:cubicBezTo>
                <a:cubicBezTo>
                  <a:pt x="27049" y="19200"/>
                  <a:pt x="28099" y="19200"/>
                  <a:pt x="29150" y="16799"/>
                </a:cubicBezTo>
                <a:cubicBezTo>
                  <a:pt x="29675" y="16799"/>
                  <a:pt x="30463" y="16799"/>
                  <a:pt x="31251" y="16799"/>
                </a:cubicBezTo>
                <a:cubicBezTo>
                  <a:pt x="31776" y="14400"/>
                  <a:pt x="32564" y="11999"/>
                  <a:pt x="33614" y="11999"/>
                </a:cubicBezTo>
                <a:cubicBezTo>
                  <a:pt x="34533" y="11999"/>
                  <a:pt x="35584" y="11999"/>
                  <a:pt x="35978" y="7200"/>
                </a:cubicBezTo>
                <a:cubicBezTo>
                  <a:pt x="36503" y="7200"/>
                  <a:pt x="37159" y="7200"/>
                  <a:pt x="37947" y="2400"/>
                </a:cubicBezTo>
                <a:cubicBezTo>
                  <a:pt x="38998" y="2400"/>
                  <a:pt x="39786" y="2400"/>
                  <a:pt x="40442" y="2400"/>
                </a:cubicBezTo>
                <a:cubicBezTo>
                  <a:pt x="40967" y="2400"/>
                  <a:pt x="41624" y="0"/>
                  <a:pt x="42543" y="2400"/>
                </a:cubicBezTo>
                <a:cubicBezTo>
                  <a:pt x="43200" y="2400"/>
                  <a:pt x="42674" y="2400"/>
                  <a:pt x="41755" y="14400"/>
                </a:cubicBezTo>
                <a:cubicBezTo>
                  <a:pt x="41230" y="21599"/>
                  <a:pt x="40836" y="26400"/>
                  <a:pt x="40311" y="26400"/>
                </a:cubicBezTo>
                <a:cubicBezTo>
                  <a:pt x="39392" y="26400"/>
                  <a:pt x="38604" y="26400"/>
                  <a:pt x="38079" y="28799"/>
                </a:cubicBezTo>
                <a:cubicBezTo>
                  <a:pt x="37422" y="28799"/>
                  <a:pt x="36897" y="28799"/>
                  <a:pt x="36372" y="28799"/>
                </a:cubicBezTo>
                <a:cubicBezTo>
                  <a:pt x="35190" y="28799"/>
                  <a:pt x="34271" y="28799"/>
                  <a:pt x="33745" y="28799"/>
                </a:cubicBezTo>
                <a:cubicBezTo>
                  <a:pt x="33089" y="28799"/>
                  <a:pt x="32301" y="28799"/>
                  <a:pt x="31776" y="31200"/>
                </a:cubicBezTo>
                <a:lnTo>
                  <a:pt x="31251" y="31200"/>
                </a:lnTo>
              </a:path>
            </a:pathLst>
          </a:custGeom>
          <a:noFill/>
          <a:ln cap="flat" cmpd="sng" w="126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8"/>
          <p:cNvSpPr/>
          <p:nvPr/>
        </p:nvSpPr>
        <p:spPr>
          <a:xfrm>
            <a:off x="7074322" y="3209472"/>
            <a:ext cx="183636" cy="518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2" name="Google Shape;24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3872864" y="3179820"/>
            <a:ext cx="6884670" cy="860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5400"/>
              <a:buFont typeface="Sora SemiBold"/>
              <a:buNone/>
            </a:pPr>
            <a:r>
              <a:rPr b="1" i="0" lang="en-US" sz="5400" u="none" cap="none" strike="noStrike">
                <a:solidFill>
                  <a:srgbClr val="1F1E1E"/>
                </a:solidFill>
                <a:latin typeface="Calibri"/>
                <a:ea typeface="Calibri"/>
                <a:cs typeface="Calibri"/>
                <a:sym typeface="Calibri"/>
              </a:rPr>
              <a:t>¿Preguntas?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4904660" y="4174212"/>
            <a:ext cx="4820960" cy="498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100"/>
              <a:buFont typeface="Sora SemiBold"/>
              <a:buNone/>
            </a:pPr>
            <a:r>
              <a:rPr b="1" i="0" lang="en-US" sz="3100" u="none" cap="none" strike="noStrike">
                <a:solidFill>
                  <a:srgbClr val="1F1E1E"/>
                </a:solidFill>
                <a:latin typeface="Calibri"/>
                <a:ea typeface="Calibri"/>
                <a:cs typeface="Calibri"/>
                <a:sym typeface="Calibri"/>
              </a:rPr>
              <a:t>Gracias por su atención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758309" y="4957405"/>
            <a:ext cx="13113781" cy="242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3B3535"/>
              </a:buClr>
              <a:buSzPts val="1150"/>
              <a:buFont typeface="Sora"/>
              <a:buNone/>
            </a:pPr>
            <a:r>
              <a:rPr b="1" i="0" lang="en-US" sz="1150" u="none" cap="none" strike="noStrike">
                <a:solidFill>
                  <a:srgbClr val="3B3535"/>
                </a:solidFill>
                <a:latin typeface="Calibri"/>
                <a:ea typeface="Calibri"/>
                <a:cs typeface="Calibri"/>
                <a:sym typeface="Calibri"/>
              </a:rPr>
              <a:t>Universidad Nacional – Tutoría: Matemática General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7" name="Google Shape;24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6951" y="1505425"/>
            <a:ext cx="1516380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2"/>
          <p:cNvSpPr/>
          <p:nvPr/>
        </p:nvSpPr>
        <p:spPr>
          <a:xfrm>
            <a:off x="233329" y="232611"/>
            <a:ext cx="6996666" cy="623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1F1E1E"/>
              </a:buClr>
              <a:buSzPts val="3900"/>
              <a:buFont typeface="Calibri"/>
              <a:buNone/>
            </a:pPr>
            <a:r>
              <a:rPr b="0" i="0" lang="en-US" sz="3900" u="none" cap="none" strike="noStrike">
                <a:solidFill>
                  <a:srgbClr val="1F1E1E"/>
                </a:solidFill>
                <a:latin typeface="Calibri"/>
                <a:ea typeface="Calibri"/>
                <a:cs typeface="Calibri"/>
                <a:sym typeface="Calibri"/>
              </a:rPr>
              <a:t>Tarea: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4253881" y="5343396"/>
            <a:ext cx="6530100" cy="758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</a:pPr>
            <a:r>
              <a:t/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181497" y="7750341"/>
            <a:ext cx="3459078" cy="230603"/>
          </a:xfrm>
          <a:custGeom>
            <a:rect b="b" l="l" r="r" t="t"/>
            <a:pathLst>
              <a:path extrusionOk="0" fill="none" h="43200" w="43200">
                <a:moveTo>
                  <a:pt x="1001" y="7513"/>
                </a:moveTo>
                <a:cubicBezTo>
                  <a:pt x="1001" y="16904"/>
                  <a:pt x="751" y="11269"/>
                  <a:pt x="250" y="15026"/>
                </a:cubicBezTo>
                <a:cubicBezTo>
                  <a:pt x="375" y="7513"/>
                  <a:pt x="250" y="15026"/>
                  <a:pt x="0" y="22539"/>
                </a:cubicBezTo>
                <a:cubicBezTo>
                  <a:pt x="250" y="15026"/>
                  <a:pt x="250" y="7513"/>
                  <a:pt x="125" y="18782"/>
                </a:cubicBezTo>
                <a:cubicBezTo>
                  <a:pt x="125" y="26295"/>
                  <a:pt x="1001" y="28173"/>
                  <a:pt x="1878" y="28173"/>
                </a:cubicBezTo>
                <a:cubicBezTo>
                  <a:pt x="3005" y="28173"/>
                  <a:pt x="3881" y="28173"/>
                  <a:pt x="4507" y="22539"/>
                </a:cubicBezTo>
                <a:cubicBezTo>
                  <a:pt x="3631" y="20660"/>
                  <a:pt x="3005" y="26295"/>
                  <a:pt x="2504" y="37565"/>
                </a:cubicBezTo>
                <a:cubicBezTo>
                  <a:pt x="3506" y="37565"/>
                  <a:pt x="4006" y="30052"/>
                  <a:pt x="4758" y="22539"/>
                </a:cubicBezTo>
                <a:cubicBezTo>
                  <a:pt x="5133" y="16904"/>
                  <a:pt x="5008" y="9391"/>
                  <a:pt x="4382" y="9391"/>
                </a:cubicBezTo>
                <a:cubicBezTo>
                  <a:pt x="3631" y="15026"/>
                  <a:pt x="3255" y="20660"/>
                  <a:pt x="3130" y="28173"/>
                </a:cubicBezTo>
                <a:cubicBezTo>
                  <a:pt x="3631" y="30052"/>
                  <a:pt x="4382" y="30052"/>
                  <a:pt x="5384" y="26295"/>
                </a:cubicBezTo>
                <a:cubicBezTo>
                  <a:pt x="6135" y="22539"/>
                  <a:pt x="6636" y="18782"/>
                  <a:pt x="5634" y="16904"/>
                </a:cubicBezTo>
                <a:cubicBezTo>
                  <a:pt x="4507" y="16904"/>
                  <a:pt x="3506" y="20660"/>
                  <a:pt x="2754" y="22539"/>
                </a:cubicBezTo>
                <a:cubicBezTo>
                  <a:pt x="3506" y="20660"/>
                  <a:pt x="2880" y="16904"/>
                  <a:pt x="2253" y="20660"/>
                </a:cubicBezTo>
                <a:cubicBezTo>
                  <a:pt x="1753" y="26295"/>
                  <a:pt x="1502" y="31930"/>
                  <a:pt x="2379" y="28173"/>
                </a:cubicBezTo>
                <a:cubicBezTo>
                  <a:pt x="2754" y="22539"/>
                  <a:pt x="2754" y="15026"/>
                  <a:pt x="2379" y="18782"/>
                </a:cubicBezTo>
                <a:cubicBezTo>
                  <a:pt x="1627" y="26295"/>
                  <a:pt x="1502" y="33808"/>
                  <a:pt x="1753" y="39443"/>
                </a:cubicBezTo>
                <a:cubicBezTo>
                  <a:pt x="3005" y="39443"/>
                  <a:pt x="4382" y="39443"/>
                  <a:pt x="5885" y="39443"/>
                </a:cubicBezTo>
                <a:cubicBezTo>
                  <a:pt x="7137" y="33808"/>
                  <a:pt x="7638" y="31930"/>
                  <a:pt x="6886" y="33808"/>
                </a:cubicBezTo>
                <a:cubicBezTo>
                  <a:pt x="7638" y="39443"/>
                  <a:pt x="8640" y="39443"/>
                  <a:pt x="10142" y="37565"/>
                </a:cubicBezTo>
                <a:cubicBezTo>
                  <a:pt x="11019" y="37565"/>
                  <a:pt x="11519" y="37565"/>
                  <a:pt x="11144" y="33808"/>
                </a:cubicBezTo>
                <a:cubicBezTo>
                  <a:pt x="10393" y="33808"/>
                  <a:pt x="10017" y="37565"/>
                  <a:pt x="9516" y="43200"/>
                </a:cubicBezTo>
                <a:cubicBezTo>
                  <a:pt x="10393" y="39443"/>
                  <a:pt x="10893" y="33808"/>
                  <a:pt x="11019" y="22539"/>
                </a:cubicBezTo>
                <a:cubicBezTo>
                  <a:pt x="10267" y="18782"/>
                  <a:pt x="9391" y="18782"/>
                  <a:pt x="8640" y="26295"/>
                </a:cubicBezTo>
                <a:cubicBezTo>
                  <a:pt x="8139" y="31930"/>
                  <a:pt x="9015" y="37565"/>
                  <a:pt x="10017" y="31930"/>
                </a:cubicBezTo>
                <a:cubicBezTo>
                  <a:pt x="10768" y="26295"/>
                  <a:pt x="11019" y="20660"/>
                  <a:pt x="10267" y="16904"/>
                </a:cubicBezTo>
                <a:cubicBezTo>
                  <a:pt x="9391" y="18782"/>
                  <a:pt x="8139" y="22539"/>
                  <a:pt x="7387" y="30052"/>
                </a:cubicBezTo>
                <a:cubicBezTo>
                  <a:pt x="8013" y="30052"/>
                  <a:pt x="8890" y="22539"/>
                  <a:pt x="9641" y="16904"/>
                </a:cubicBezTo>
                <a:cubicBezTo>
                  <a:pt x="10142" y="9391"/>
                  <a:pt x="9391" y="5634"/>
                  <a:pt x="8514" y="7513"/>
                </a:cubicBezTo>
                <a:cubicBezTo>
                  <a:pt x="7638" y="11269"/>
                  <a:pt x="7513" y="18782"/>
                  <a:pt x="8013" y="18782"/>
                </a:cubicBezTo>
                <a:cubicBezTo>
                  <a:pt x="8765" y="16904"/>
                  <a:pt x="10017" y="15026"/>
                  <a:pt x="11019" y="9391"/>
                </a:cubicBezTo>
                <a:cubicBezTo>
                  <a:pt x="11519" y="5634"/>
                  <a:pt x="10393" y="7513"/>
                  <a:pt x="9641" y="15026"/>
                </a:cubicBezTo>
                <a:cubicBezTo>
                  <a:pt x="9516" y="22539"/>
                  <a:pt x="10893" y="26295"/>
                  <a:pt x="11645" y="18782"/>
                </a:cubicBezTo>
                <a:cubicBezTo>
                  <a:pt x="12271" y="15026"/>
                  <a:pt x="11269" y="15026"/>
                  <a:pt x="11019" y="20660"/>
                </a:cubicBezTo>
                <a:cubicBezTo>
                  <a:pt x="11645" y="22539"/>
                  <a:pt x="12521" y="22539"/>
                  <a:pt x="13398" y="16904"/>
                </a:cubicBezTo>
                <a:cubicBezTo>
                  <a:pt x="14149" y="11269"/>
                  <a:pt x="13273" y="11269"/>
                  <a:pt x="12521" y="18782"/>
                </a:cubicBezTo>
                <a:cubicBezTo>
                  <a:pt x="12271" y="26295"/>
                  <a:pt x="13022" y="28173"/>
                  <a:pt x="13773" y="26295"/>
                </a:cubicBezTo>
                <a:cubicBezTo>
                  <a:pt x="14650" y="22539"/>
                  <a:pt x="15276" y="20660"/>
                  <a:pt x="14650" y="18782"/>
                </a:cubicBezTo>
                <a:cubicBezTo>
                  <a:pt x="13773" y="18782"/>
                  <a:pt x="13022" y="20660"/>
                  <a:pt x="13273" y="26295"/>
                </a:cubicBezTo>
                <a:cubicBezTo>
                  <a:pt x="14149" y="26295"/>
                  <a:pt x="15151" y="22539"/>
                  <a:pt x="15777" y="18782"/>
                </a:cubicBezTo>
                <a:cubicBezTo>
                  <a:pt x="15401" y="15026"/>
                  <a:pt x="14775" y="15026"/>
                  <a:pt x="14400" y="18782"/>
                </a:cubicBezTo>
                <a:cubicBezTo>
                  <a:pt x="15026" y="20660"/>
                  <a:pt x="15777" y="18782"/>
                  <a:pt x="16528" y="15026"/>
                </a:cubicBezTo>
                <a:cubicBezTo>
                  <a:pt x="17280" y="9391"/>
                  <a:pt x="16153" y="9391"/>
                  <a:pt x="15526" y="16904"/>
                </a:cubicBezTo>
                <a:cubicBezTo>
                  <a:pt x="15777" y="22539"/>
                  <a:pt x="16278" y="22539"/>
                  <a:pt x="17405" y="20660"/>
                </a:cubicBezTo>
                <a:cubicBezTo>
                  <a:pt x="18657" y="16904"/>
                  <a:pt x="19659" y="11269"/>
                  <a:pt x="20160" y="9391"/>
                </a:cubicBezTo>
                <a:cubicBezTo>
                  <a:pt x="19033" y="11269"/>
                  <a:pt x="18281" y="16904"/>
                  <a:pt x="17906" y="22539"/>
                </a:cubicBezTo>
                <a:cubicBezTo>
                  <a:pt x="18657" y="28173"/>
                  <a:pt x="19408" y="26295"/>
                  <a:pt x="20160" y="20660"/>
                </a:cubicBezTo>
                <a:cubicBezTo>
                  <a:pt x="20535" y="16904"/>
                  <a:pt x="19784" y="11269"/>
                  <a:pt x="19158" y="11269"/>
                </a:cubicBezTo>
                <a:cubicBezTo>
                  <a:pt x="18782" y="16904"/>
                  <a:pt x="18657" y="26295"/>
                  <a:pt x="19158" y="26295"/>
                </a:cubicBezTo>
                <a:cubicBezTo>
                  <a:pt x="20285" y="22539"/>
                  <a:pt x="21286" y="18782"/>
                  <a:pt x="22413" y="11269"/>
                </a:cubicBezTo>
                <a:cubicBezTo>
                  <a:pt x="23040" y="7513"/>
                  <a:pt x="22038" y="5634"/>
                  <a:pt x="21787" y="11269"/>
                </a:cubicBezTo>
                <a:cubicBezTo>
                  <a:pt x="21537" y="18782"/>
                  <a:pt x="21537" y="28173"/>
                  <a:pt x="22413" y="26295"/>
                </a:cubicBezTo>
                <a:cubicBezTo>
                  <a:pt x="23415" y="20660"/>
                  <a:pt x="24041" y="18782"/>
                  <a:pt x="22789" y="20660"/>
                </a:cubicBezTo>
                <a:cubicBezTo>
                  <a:pt x="22664" y="31930"/>
                  <a:pt x="23666" y="33808"/>
                  <a:pt x="24542" y="31930"/>
                </a:cubicBezTo>
                <a:cubicBezTo>
                  <a:pt x="25168" y="26295"/>
                  <a:pt x="25419" y="20660"/>
                  <a:pt x="24542" y="15026"/>
                </a:cubicBezTo>
                <a:cubicBezTo>
                  <a:pt x="23666" y="15026"/>
                  <a:pt x="23040" y="18782"/>
                  <a:pt x="23415" y="26295"/>
                </a:cubicBezTo>
                <a:cubicBezTo>
                  <a:pt x="24417" y="26295"/>
                  <a:pt x="25419" y="20660"/>
                  <a:pt x="26170" y="16904"/>
                </a:cubicBezTo>
                <a:cubicBezTo>
                  <a:pt x="26671" y="11269"/>
                  <a:pt x="25920" y="11269"/>
                  <a:pt x="25293" y="15026"/>
                </a:cubicBezTo>
                <a:cubicBezTo>
                  <a:pt x="24918" y="18782"/>
                  <a:pt x="25419" y="18782"/>
                  <a:pt x="26170" y="18782"/>
                </a:cubicBezTo>
                <a:cubicBezTo>
                  <a:pt x="26921" y="15026"/>
                  <a:pt x="27422" y="9391"/>
                  <a:pt x="26796" y="5634"/>
                </a:cubicBezTo>
                <a:cubicBezTo>
                  <a:pt x="26420" y="9391"/>
                  <a:pt x="26295" y="18782"/>
                  <a:pt x="26671" y="26295"/>
                </a:cubicBezTo>
                <a:cubicBezTo>
                  <a:pt x="27422" y="26295"/>
                  <a:pt x="28173" y="22539"/>
                  <a:pt x="29050" y="18782"/>
                </a:cubicBezTo>
                <a:cubicBezTo>
                  <a:pt x="29676" y="15026"/>
                  <a:pt x="29175" y="9391"/>
                  <a:pt x="28549" y="11269"/>
                </a:cubicBezTo>
                <a:cubicBezTo>
                  <a:pt x="28048" y="18782"/>
                  <a:pt x="29050" y="22539"/>
                  <a:pt x="30177" y="16904"/>
                </a:cubicBezTo>
                <a:cubicBezTo>
                  <a:pt x="30678" y="11269"/>
                  <a:pt x="31805" y="5634"/>
                  <a:pt x="32055" y="0"/>
                </a:cubicBezTo>
                <a:cubicBezTo>
                  <a:pt x="30678" y="5634"/>
                  <a:pt x="30302" y="9391"/>
                  <a:pt x="30177" y="18782"/>
                </a:cubicBezTo>
                <a:cubicBezTo>
                  <a:pt x="30177" y="26295"/>
                  <a:pt x="31304" y="26295"/>
                  <a:pt x="31930" y="20660"/>
                </a:cubicBezTo>
                <a:cubicBezTo>
                  <a:pt x="32806" y="18782"/>
                  <a:pt x="33433" y="15026"/>
                  <a:pt x="32431" y="11269"/>
                </a:cubicBezTo>
                <a:cubicBezTo>
                  <a:pt x="31805" y="16904"/>
                  <a:pt x="31930" y="28173"/>
                  <a:pt x="32806" y="28173"/>
                </a:cubicBezTo>
                <a:cubicBezTo>
                  <a:pt x="33808" y="28173"/>
                  <a:pt x="34309" y="22539"/>
                  <a:pt x="34560" y="16904"/>
                </a:cubicBezTo>
                <a:cubicBezTo>
                  <a:pt x="33808" y="15026"/>
                  <a:pt x="33182" y="15026"/>
                  <a:pt x="32681" y="16904"/>
                </a:cubicBezTo>
                <a:cubicBezTo>
                  <a:pt x="33057" y="22539"/>
                  <a:pt x="33808" y="22539"/>
                  <a:pt x="34560" y="20660"/>
                </a:cubicBezTo>
                <a:cubicBezTo>
                  <a:pt x="35060" y="16904"/>
                  <a:pt x="35436" y="11269"/>
                  <a:pt x="34935" y="9391"/>
                </a:cubicBezTo>
                <a:cubicBezTo>
                  <a:pt x="34560" y="15026"/>
                  <a:pt x="34309" y="20660"/>
                  <a:pt x="34685" y="28173"/>
                </a:cubicBezTo>
                <a:cubicBezTo>
                  <a:pt x="35436" y="28173"/>
                  <a:pt x="36187" y="26295"/>
                  <a:pt x="36813" y="20660"/>
                </a:cubicBezTo>
                <a:cubicBezTo>
                  <a:pt x="36438" y="16904"/>
                  <a:pt x="36062" y="26295"/>
                  <a:pt x="36813" y="30052"/>
                </a:cubicBezTo>
                <a:cubicBezTo>
                  <a:pt x="37440" y="26295"/>
                  <a:pt x="37940" y="18782"/>
                  <a:pt x="38316" y="15026"/>
                </a:cubicBezTo>
                <a:cubicBezTo>
                  <a:pt x="37940" y="11269"/>
                  <a:pt x="37440" y="18782"/>
                  <a:pt x="37189" y="26295"/>
                </a:cubicBezTo>
                <a:cubicBezTo>
                  <a:pt x="38191" y="22539"/>
                  <a:pt x="39067" y="18782"/>
                  <a:pt x="39819" y="11269"/>
                </a:cubicBezTo>
                <a:cubicBezTo>
                  <a:pt x="40570" y="7513"/>
                  <a:pt x="40069" y="5634"/>
                  <a:pt x="39693" y="11269"/>
                </a:cubicBezTo>
                <a:cubicBezTo>
                  <a:pt x="39318" y="18782"/>
                  <a:pt x="39193" y="26295"/>
                  <a:pt x="39944" y="30052"/>
                </a:cubicBezTo>
                <a:cubicBezTo>
                  <a:pt x="40445" y="22539"/>
                  <a:pt x="40695" y="16904"/>
                  <a:pt x="39944" y="22539"/>
                </a:cubicBezTo>
                <a:cubicBezTo>
                  <a:pt x="39568" y="31930"/>
                  <a:pt x="40069" y="33808"/>
                  <a:pt x="40570" y="30052"/>
                </a:cubicBezTo>
                <a:cubicBezTo>
                  <a:pt x="41071" y="20660"/>
                  <a:pt x="41446" y="28173"/>
                  <a:pt x="42198" y="28173"/>
                </a:cubicBezTo>
                <a:cubicBezTo>
                  <a:pt x="42699" y="22539"/>
                  <a:pt x="43200" y="20660"/>
                  <a:pt x="42198" y="20660"/>
                </a:cubicBezTo>
                <a:cubicBezTo>
                  <a:pt x="42073" y="28173"/>
                  <a:pt x="42573" y="20660"/>
                  <a:pt x="42573" y="9391"/>
                </a:cubicBezTo>
                <a:quadBezTo>
                  <a:pt x="41947" y="5634"/>
                  <a:pt x="41446" y="9391"/>
                </a:quadBezTo>
              </a:path>
            </a:pathLst>
          </a:custGeom>
          <a:noFill/>
          <a:ln cap="flat" cmpd="sng" w="126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2"/>
          <p:cNvSpPr/>
          <p:nvPr/>
        </p:nvSpPr>
        <p:spPr>
          <a:xfrm>
            <a:off x="1667082" y="3209472"/>
            <a:ext cx="183636" cy="5185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11566320" y="186711"/>
            <a:ext cx="183636" cy="3051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171471" y="7860629"/>
            <a:ext cx="3298655" cy="180471"/>
          </a:xfrm>
          <a:custGeom>
            <a:rect b="b" l="l" r="r" t="t"/>
            <a:pathLst>
              <a:path extrusionOk="0" fill="none" h="43200" w="43200">
                <a:moveTo>
                  <a:pt x="1838" y="4799"/>
                </a:moveTo>
                <a:cubicBezTo>
                  <a:pt x="1575" y="14400"/>
                  <a:pt x="1181" y="21599"/>
                  <a:pt x="919" y="28799"/>
                </a:cubicBezTo>
                <a:cubicBezTo>
                  <a:pt x="393" y="31200"/>
                  <a:pt x="0" y="35999"/>
                  <a:pt x="919" y="43200"/>
                </a:cubicBezTo>
                <a:cubicBezTo>
                  <a:pt x="1838" y="43200"/>
                  <a:pt x="3413" y="43200"/>
                  <a:pt x="4858" y="40799"/>
                </a:cubicBezTo>
                <a:cubicBezTo>
                  <a:pt x="6827" y="40799"/>
                  <a:pt x="8666" y="40799"/>
                  <a:pt x="9848" y="40799"/>
                </a:cubicBezTo>
                <a:cubicBezTo>
                  <a:pt x="10373" y="35999"/>
                  <a:pt x="10898" y="35999"/>
                  <a:pt x="11555" y="40799"/>
                </a:cubicBezTo>
                <a:cubicBezTo>
                  <a:pt x="12211" y="43200"/>
                  <a:pt x="12868" y="43200"/>
                  <a:pt x="13655" y="43200"/>
                </a:cubicBezTo>
                <a:cubicBezTo>
                  <a:pt x="14443" y="43200"/>
                  <a:pt x="15625" y="43200"/>
                  <a:pt x="16807" y="43200"/>
                </a:cubicBezTo>
                <a:cubicBezTo>
                  <a:pt x="17726" y="43200"/>
                  <a:pt x="18251" y="33599"/>
                  <a:pt x="18908" y="33599"/>
                </a:cubicBezTo>
                <a:cubicBezTo>
                  <a:pt x="19433" y="35999"/>
                  <a:pt x="20221" y="35999"/>
                  <a:pt x="20615" y="31200"/>
                </a:cubicBezTo>
                <a:cubicBezTo>
                  <a:pt x="19696" y="31200"/>
                  <a:pt x="18251" y="31200"/>
                  <a:pt x="16807" y="31200"/>
                </a:cubicBezTo>
                <a:cubicBezTo>
                  <a:pt x="15494" y="33599"/>
                  <a:pt x="14049" y="33599"/>
                  <a:pt x="12474" y="31200"/>
                </a:cubicBezTo>
                <a:cubicBezTo>
                  <a:pt x="11686" y="28799"/>
                  <a:pt x="12211" y="21599"/>
                  <a:pt x="13262" y="16799"/>
                </a:cubicBezTo>
                <a:cubicBezTo>
                  <a:pt x="13787" y="16799"/>
                  <a:pt x="14706" y="16799"/>
                  <a:pt x="15625" y="16799"/>
                </a:cubicBezTo>
                <a:cubicBezTo>
                  <a:pt x="16938" y="16799"/>
                  <a:pt x="17726" y="16799"/>
                  <a:pt x="18908" y="16799"/>
                </a:cubicBezTo>
                <a:cubicBezTo>
                  <a:pt x="19696" y="16799"/>
                  <a:pt x="20483" y="16799"/>
                  <a:pt x="21271" y="16799"/>
                </a:cubicBezTo>
                <a:cubicBezTo>
                  <a:pt x="22847" y="16799"/>
                  <a:pt x="24423" y="19200"/>
                  <a:pt x="25867" y="19200"/>
                </a:cubicBezTo>
                <a:cubicBezTo>
                  <a:pt x="27049" y="19200"/>
                  <a:pt x="28099" y="19200"/>
                  <a:pt x="29150" y="16799"/>
                </a:cubicBezTo>
                <a:cubicBezTo>
                  <a:pt x="29675" y="16799"/>
                  <a:pt x="30463" y="16799"/>
                  <a:pt x="31251" y="16799"/>
                </a:cubicBezTo>
                <a:cubicBezTo>
                  <a:pt x="31776" y="14400"/>
                  <a:pt x="32564" y="11999"/>
                  <a:pt x="33614" y="11999"/>
                </a:cubicBezTo>
                <a:cubicBezTo>
                  <a:pt x="34533" y="11999"/>
                  <a:pt x="35584" y="11999"/>
                  <a:pt x="35978" y="7200"/>
                </a:cubicBezTo>
                <a:cubicBezTo>
                  <a:pt x="36503" y="7200"/>
                  <a:pt x="37159" y="7200"/>
                  <a:pt x="37947" y="2400"/>
                </a:cubicBezTo>
                <a:cubicBezTo>
                  <a:pt x="38998" y="2400"/>
                  <a:pt x="39786" y="2400"/>
                  <a:pt x="40442" y="2400"/>
                </a:cubicBezTo>
                <a:cubicBezTo>
                  <a:pt x="40967" y="2400"/>
                  <a:pt x="41624" y="0"/>
                  <a:pt x="42543" y="2400"/>
                </a:cubicBezTo>
                <a:cubicBezTo>
                  <a:pt x="43200" y="2400"/>
                  <a:pt x="42674" y="2400"/>
                  <a:pt x="41755" y="14400"/>
                </a:cubicBezTo>
                <a:cubicBezTo>
                  <a:pt x="41230" y="21599"/>
                  <a:pt x="40836" y="26400"/>
                  <a:pt x="40311" y="26400"/>
                </a:cubicBezTo>
                <a:cubicBezTo>
                  <a:pt x="39392" y="26400"/>
                  <a:pt x="38604" y="26400"/>
                  <a:pt x="38079" y="28799"/>
                </a:cubicBezTo>
                <a:cubicBezTo>
                  <a:pt x="37422" y="28799"/>
                  <a:pt x="36897" y="28799"/>
                  <a:pt x="36372" y="28799"/>
                </a:cubicBezTo>
                <a:cubicBezTo>
                  <a:pt x="35190" y="28799"/>
                  <a:pt x="34271" y="28799"/>
                  <a:pt x="33745" y="28799"/>
                </a:cubicBezTo>
                <a:cubicBezTo>
                  <a:pt x="33089" y="28799"/>
                  <a:pt x="32301" y="28799"/>
                  <a:pt x="31776" y="31200"/>
                </a:cubicBezTo>
                <a:lnTo>
                  <a:pt x="31251" y="31200"/>
                </a:lnTo>
              </a:path>
            </a:pathLst>
          </a:custGeom>
          <a:noFill/>
          <a:ln cap="flat" cmpd="sng" w="126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2"/>
          <p:cNvSpPr/>
          <p:nvPr/>
        </p:nvSpPr>
        <p:spPr>
          <a:xfrm>
            <a:off x="7074322" y="3209472"/>
            <a:ext cx="183636" cy="518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id="260" name="Google Shape;26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8810" y="3609473"/>
            <a:ext cx="4391024" cy="60959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2"/>
          <p:cNvSpPr/>
          <p:nvPr/>
        </p:nvSpPr>
        <p:spPr>
          <a:xfrm>
            <a:off x="4955348" y="2506205"/>
            <a:ext cx="4237947" cy="758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DA1B2E"/>
              </a:buClr>
              <a:buSzPts val="1850"/>
              <a:buFont typeface="Calibri"/>
              <a:buNone/>
            </a:pPr>
            <a:r>
              <a:rPr b="1" i="0" lang="en-US" sz="1850" u="none" cap="none" strike="noStrike">
                <a:solidFill>
                  <a:srgbClr val="DA1B2E"/>
                </a:solidFill>
                <a:latin typeface="Calibri"/>
                <a:ea typeface="Calibri"/>
                <a:cs typeface="Calibri"/>
                <a:sym typeface="Calibri"/>
              </a:rPr>
              <a:t>DEMOSTRAR la siguiente fórmula notable: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2026-02-07T04:44:42Z</dcterms:created>
</cp:coreProperties>
</file>